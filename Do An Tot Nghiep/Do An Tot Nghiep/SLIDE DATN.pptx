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96" r:id="rId2"/>
    <p:sldId id="297" r:id="rId3"/>
    <p:sldId id="294" r:id="rId4"/>
    <p:sldId id="308" r:id="rId5"/>
    <p:sldId id="309" r:id="rId6"/>
    <p:sldId id="310" r:id="rId7"/>
    <p:sldId id="326" r:id="rId8"/>
    <p:sldId id="305" r:id="rId9"/>
    <p:sldId id="325" r:id="rId10"/>
    <p:sldId id="312" r:id="rId11"/>
    <p:sldId id="314" r:id="rId12"/>
    <p:sldId id="362" r:id="rId13"/>
    <p:sldId id="353" r:id="rId14"/>
    <p:sldId id="322" r:id="rId15"/>
    <p:sldId id="356" r:id="rId16"/>
    <p:sldId id="339" r:id="rId17"/>
    <p:sldId id="340" r:id="rId18"/>
    <p:sldId id="341" r:id="rId19"/>
    <p:sldId id="359" r:id="rId20"/>
    <p:sldId id="360" r:id="rId21"/>
    <p:sldId id="361" r:id="rId22"/>
    <p:sldId id="287" r:id="rId23"/>
  </p:sldIdLst>
  <p:sldSz cx="12801600" cy="8229600"/>
  <p:notesSz cx="6858000" cy="9144000"/>
  <p:defaultTextStyle>
    <a:defPPr>
      <a:defRPr lang="en-US"/>
    </a:defPPr>
    <a:lvl1pPr marL="0" algn="l" defTabSz="1009498" rtl="0" eaLnBrk="1" latinLnBrk="0" hangingPunct="1">
      <a:defRPr sz="2000" kern="1200">
        <a:solidFill>
          <a:schemeClr val="tx1"/>
        </a:solidFill>
        <a:latin typeface="+mn-lt"/>
        <a:ea typeface="+mn-ea"/>
        <a:cs typeface="+mn-cs"/>
      </a:defRPr>
    </a:lvl1pPr>
    <a:lvl2pPr marL="504749" algn="l" defTabSz="1009498" rtl="0" eaLnBrk="1" latinLnBrk="0" hangingPunct="1">
      <a:defRPr sz="2000" kern="1200">
        <a:solidFill>
          <a:schemeClr val="tx1"/>
        </a:solidFill>
        <a:latin typeface="+mn-lt"/>
        <a:ea typeface="+mn-ea"/>
        <a:cs typeface="+mn-cs"/>
      </a:defRPr>
    </a:lvl2pPr>
    <a:lvl3pPr marL="1009498" algn="l" defTabSz="1009498" rtl="0" eaLnBrk="1" latinLnBrk="0" hangingPunct="1">
      <a:defRPr sz="2000" kern="1200">
        <a:solidFill>
          <a:schemeClr val="tx1"/>
        </a:solidFill>
        <a:latin typeface="+mn-lt"/>
        <a:ea typeface="+mn-ea"/>
        <a:cs typeface="+mn-cs"/>
      </a:defRPr>
    </a:lvl3pPr>
    <a:lvl4pPr marL="1514246" algn="l" defTabSz="1009498" rtl="0" eaLnBrk="1" latinLnBrk="0" hangingPunct="1">
      <a:defRPr sz="2000" kern="1200">
        <a:solidFill>
          <a:schemeClr val="tx1"/>
        </a:solidFill>
        <a:latin typeface="+mn-lt"/>
        <a:ea typeface="+mn-ea"/>
        <a:cs typeface="+mn-cs"/>
      </a:defRPr>
    </a:lvl4pPr>
    <a:lvl5pPr marL="2018995" algn="l" defTabSz="1009498" rtl="0" eaLnBrk="1" latinLnBrk="0" hangingPunct="1">
      <a:defRPr sz="2000" kern="1200">
        <a:solidFill>
          <a:schemeClr val="tx1"/>
        </a:solidFill>
        <a:latin typeface="+mn-lt"/>
        <a:ea typeface="+mn-ea"/>
        <a:cs typeface="+mn-cs"/>
      </a:defRPr>
    </a:lvl5pPr>
    <a:lvl6pPr marL="2523744" algn="l" defTabSz="1009498" rtl="0" eaLnBrk="1" latinLnBrk="0" hangingPunct="1">
      <a:defRPr sz="2000" kern="1200">
        <a:solidFill>
          <a:schemeClr val="tx1"/>
        </a:solidFill>
        <a:latin typeface="+mn-lt"/>
        <a:ea typeface="+mn-ea"/>
        <a:cs typeface="+mn-cs"/>
      </a:defRPr>
    </a:lvl6pPr>
    <a:lvl7pPr marL="3028493" algn="l" defTabSz="1009498" rtl="0" eaLnBrk="1" latinLnBrk="0" hangingPunct="1">
      <a:defRPr sz="2000" kern="1200">
        <a:solidFill>
          <a:schemeClr val="tx1"/>
        </a:solidFill>
        <a:latin typeface="+mn-lt"/>
        <a:ea typeface="+mn-ea"/>
        <a:cs typeface="+mn-cs"/>
      </a:defRPr>
    </a:lvl7pPr>
    <a:lvl8pPr marL="3533242" algn="l" defTabSz="1009498" rtl="0" eaLnBrk="1" latinLnBrk="0" hangingPunct="1">
      <a:defRPr sz="2000" kern="1200">
        <a:solidFill>
          <a:schemeClr val="tx1"/>
        </a:solidFill>
        <a:latin typeface="+mn-lt"/>
        <a:ea typeface="+mn-ea"/>
        <a:cs typeface="+mn-cs"/>
      </a:defRPr>
    </a:lvl8pPr>
    <a:lvl9pPr marL="4037990" algn="l" defTabSz="1009498"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2592">
          <p15:clr>
            <a:srgbClr val="A4A3A4"/>
          </p15:clr>
        </p15:guide>
        <p15:guide id="4" pos="4032">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ung" initials="t" lastIdx="4" clrIdx="0">
    <p:extLst>
      <p:ext uri="{19B8F6BF-5375-455C-9EA6-DF929625EA0E}">
        <p15:presenceInfo xmlns:p15="http://schemas.microsoft.com/office/powerpoint/2012/main" userId="tung" providerId="None"/>
      </p:ext>
    </p:extLst>
  </p:cmAuthor>
  <p:cmAuthor id="2" name="Trí Huy Vũ" initials="TV" lastIdx="1" clrIdx="1">
    <p:extLst>
      <p:ext uri="{19B8F6BF-5375-455C-9EA6-DF929625EA0E}">
        <p15:presenceInfo xmlns:p15="http://schemas.microsoft.com/office/powerpoint/2012/main" userId="65bca6b6fcb8be7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E81A"/>
    <a:srgbClr val="ABC4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76140" autoAdjust="0"/>
  </p:normalViewPr>
  <p:slideViewPr>
    <p:cSldViewPr snapToGrid="0">
      <p:cViewPr varScale="1">
        <p:scale>
          <a:sx n="93" d="100"/>
          <a:sy n="93" d="100"/>
        </p:scale>
        <p:origin x="1092" y="168"/>
      </p:cViewPr>
      <p:guideLst>
        <p:guide orient="horz" pos="2160"/>
        <p:guide pos="3840"/>
        <p:guide orient="horz" pos="2592"/>
        <p:guide pos="403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50" d="100"/>
          <a:sy n="150" d="100"/>
        </p:scale>
        <p:origin x="810" y="-349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B0959B-7CCF-4F10-AC4A-AD7E4F9122E4}" type="doc">
      <dgm:prSet loTypeId="urn:microsoft.com/office/officeart/2005/8/layout/bList2" loCatId="list" qsTypeId="urn:microsoft.com/office/officeart/2005/8/quickstyle/simple1" qsCatId="simple" csTypeId="urn:microsoft.com/office/officeart/2005/8/colors/colorful2" csCatId="colorful" phldr="1"/>
      <dgm:spPr/>
    </dgm:pt>
    <dgm:pt modelId="{0AEBF755-E8AD-4496-AE1C-4D5FBDDE9C19}">
      <dgm:prSet phldrT="[Text]" custT="1"/>
      <dgm:spPr>
        <a:solidFill>
          <a:srgbClr val="00B050"/>
        </a:solidFill>
      </dgm:spPr>
      <dgm:t>
        <a:bodyPr/>
        <a:lstStyle/>
        <a:p>
          <a:pPr algn="ctr"/>
          <a:r>
            <a:rPr lang="en-US" sz="2800" dirty="0" err="1">
              <a:latin typeface="Times New Roman" panose="02020603050405020304" pitchFamily="18" charset="0"/>
              <a:cs typeface="Times New Roman" panose="02020603050405020304" pitchFamily="18" charset="0"/>
            </a:rPr>
            <a:t>Đối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tượng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nghiên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cứu</a:t>
          </a:r>
          <a:endParaRPr lang="en-US" sz="2800" dirty="0">
            <a:latin typeface="Times New Roman" panose="02020603050405020304" pitchFamily="18" charset="0"/>
            <a:cs typeface="Times New Roman" panose="02020603050405020304" pitchFamily="18" charset="0"/>
          </a:endParaRPr>
        </a:p>
      </dgm:t>
    </dgm:pt>
    <dgm:pt modelId="{879060D1-4830-4EA7-9149-EAFBF0F135EF}" type="parTrans" cxnId="{54CCCC4F-AF60-4159-9FE6-CB440BF354E2}">
      <dgm:prSet/>
      <dgm:spPr/>
      <dgm:t>
        <a:bodyPr/>
        <a:lstStyle/>
        <a:p>
          <a:endParaRPr lang="en-US"/>
        </a:p>
      </dgm:t>
    </dgm:pt>
    <dgm:pt modelId="{90D171D0-976B-4088-9E7C-2A5C16CC44D1}" type="sibTrans" cxnId="{54CCCC4F-AF60-4159-9FE6-CB440BF354E2}">
      <dgm:prSet/>
      <dgm:spPr/>
      <dgm:t>
        <a:bodyPr/>
        <a:lstStyle/>
        <a:p>
          <a:endParaRPr lang="en-US"/>
        </a:p>
      </dgm:t>
    </dgm:pt>
    <dgm:pt modelId="{CEB3B3A2-2895-4A54-A439-EF6317B95347}">
      <dgm:prSet phldrT="[Text]" custT="1"/>
      <dgm:spPr>
        <a:solidFill>
          <a:schemeClr val="accent4"/>
        </a:solidFill>
      </dgm:spPr>
      <dgm:t>
        <a:bodyPr/>
        <a:lstStyle/>
        <a:p>
          <a:pPr algn="ctr"/>
          <a:r>
            <a:rPr lang="en-US" sz="2800" dirty="0" err="1">
              <a:latin typeface="Times New Roman" panose="02020603050405020304" pitchFamily="18" charset="0"/>
              <a:cs typeface="Times New Roman" panose="02020603050405020304" pitchFamily="18" charset="0"/>
            </a:rPr>
            <a:t>Mục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tiêu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nghiên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cứu</a:t>
          </a:r>
          <a:endParaRPr lang="en-US" sz="2800" dirty="0">
            <a:latin typeface="Times New Roman" panose="02020603050405020304" pitchFamily="18" charset="0"/>
            <a:cs typeface="Times New Roman" panose="02020603050405020304" pitchFamily="18" charset="0"/>
          </a:endParaRPr>
        </a:p>
      </dgm:t>
    </dgm:pt>
    <dgm:pt modelId="{E9088235-3CD4-4E8D-9D1D-CBF75D38702F}" type="sibTrans" cxnId="{2B02F7D2-958D-46D0-A888-AA4AF5002D95}">
      <dgm:prSet/>
      <dgm:spPr/>
      <dgm:t>
        <a:bodyPr/>
        <a:lstStyle/>
        <a:p>
          <a:endParaRPr lang="en-US"/>
        </a:p>
      </dgm:t>
    </dgm:pt>
    <dgm:pt modelId="{B0A05228-60BB-4919-90DF-0E10C0CF3960}" type="parTrans" cxnId="{2B02F7D2-958D-46D0-A888-AA4AF5002D95}">
      <dgm:prSet/>
      <dgm:spPr/>
      <dgm:t>
        <a:bodyPr/>
        <a:lstStyle/>
        <a:p>
          <a:endParaRPr lang="en-US"/>
        </a:p>
      </dgm:t>
    </dgm:pt>
    <dgm:pt modelId="{7A438D38-3DE3-4F1B-B0FE-A9F65E0F2FEC}">
      <dgm:prSet phldrT="[Text]" custT="1"/>
      <dgm:spPr>
        <a:solidFill>
          <a:srgbClr val="C00000"/>
        </a:solidFill>
      </dgm:spPr>
      <dgm:t>
        <a:bodyPr/>
        <a:lstStyle/>
        <a:p>
          <a:pPr algn="ctr"/>
          <a:r>
            <a:rPr lang="en-US" sz="2800" dirty="0">
              <a:latin typeface="Times New Roman" panose="02020603050405020304" pitchFamily="18" charset="0"/>
              <a:cs typeface="Times New Roman" panose="02020603050405020304" pitchFamily="18" charset="0"/>
            </a:rPr>
            <a:t>Lý do </a:t>
          </a:r>
          <a:r>
            <a:rPr lang="en-US" sz="2800" dirty="0" err="1">
              <a:latin typeface="Times New Roman" panose="02020603050405020304" pitchFamily="18" charset="0"/>
              <a:cs typeface="Times New Roman" panose="02020603050405020304" pitchFamily="18" charset="0"/>
            </a:rPr>
            <a:t>chọn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đề</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tài</a:t>
          </a:r>
          <a:endParaRPr lang="en-US" sz="2800" dirty="0">
            <a:latin typeface="Times New Roman" panose="02020603050405020304" pitchFamily="18" charset="0"/>
            <a:cs typeface="Times New Roman" panose="02020603050405020304" pitchFamily="18" charset="0"/>
          </a:endParaRPr>
        </a:p>
      </dgm:t>
    </dgm:pt>
    <dgm:pt modelId="{46B70512-54C0-4673-8901-635A55A6A5C9}" type="sibTrans" cxnId="{E794226A-AC2B-40D7-819B-250BDB710461}">
      <dgm:prSet/>
      <dgm:spPr/>
      <dgm:t>
        <a:bodyPr/>
        <a:lstStyle/>
        <a:p>
          <a:endParaRPr lang="en-US"/>
        </a:p>
      </dgm:t>
    </dgm:pt>
    <dgm:pt modelId="{DF8901E3-2A08-45DF-B28E-4121980660F8}" type="parTrans" cxnId="{E794226A-AC2B-40D7-819B-250BDB710461}">
      <dgm:prSet/>
      <dgm:spPr/>
      <dgm:t>
        <a:bodyPr/>
        <a:lstStyle/>
        <a:p>
          <a:endParaRPr lang="en-US"/>
        </a:p>
      </dgm:t>
    </dgm:pt>
    <dgm:pt modelId="{BF5FF8C7-37A9-4F48-ACA8-2D7E8E917845}" type="pres">
      <dgm:prSet presAssocID="{CFB0959B-7CCF-4F10-AC4A-AD7E4F9122E4}" presName="diagram" presStyleCnt="0">
        <dgm:presLayoutVars>
          <dgm:dir/>
          <dgm:animLvl val="lvl"/>
          <dgm:resizeHandles val="exact"/>
        </dgm:presLayoutVars>
      </dgm:prSet>
      <dgm:spPr/>
    </dgm:pt>
    <dgm:pt modelId="{A06C4D55-7755-472D-8D11-82E2A4E60AEC}" type="pres">
      <dgm:prSet presAssocID="{7A438D38-3DE3-4F1B-B0FE-A9F65E0F2FEC}" presName="compNode" presStyleCnt="0"/>
      <dgm:spPr/>
    </dgm:pt>
    <dgm:pt modelId="{29030AC6-01B7-4288-983D-E015C79B3679}" type="pres">
      <dgm:prSet presAssocID="{7A438D38-3DE3-4F1B-B0FE-A9F65E0F2FEC}" presName="childRect" presStyleLbl="bgAcc1" presStyleIdx="0" presStyleCnt="3">
        <dgm:presLayoutVars>
          <dgm:bulletEnabled val="1"/>
        </dgm:presLayoutVars>
      </dgm:prSet>
      <dgm:spPr/>
    </dgm:pt>
    <dgm:pt modelId="{FC781842-B571-4FF7-917E-D9172C93F5F2}" type="pres">
      <dgm:prSet presAssocID="{7A438D38-3DE3-4F1B-B0FE-A9F65E0F2FEC}" presName="parentText" presStyleLbl="node1" presStyleIdx="0" presStyleCnt="0">
        <dgm:presLayoutVars>
          <dgm:chMax val="0"/>
          <dgm:bulletEnabled val="1"/>
        </dgm:presLayoutVars>
      </dgm:prSet>
      <dgm:spPr/>
    </dgm:pt>
    <dgm:pt modelId="{3B843543-E8E3-4FFE-A4C3-9086AAF6180C}" type="pres">
      <dgm:prSet presAssocID="{7A438D38-3DE3-4F1B-B0FE-A9F65E0F2FEC}" presName="parentRect" presStyleLbl="alignNode1" presStyleIdx="0" presStyleCnt="3"/>
      <dgm:spPr/>
    </dgm:pt>
    <dgm:pt modelId="{E197657A-D654-45F1-B074-535960AFA50C}" type="pres">
      <dgm:prSet presAssocID="{7A438D38-3DE3-4F1B-B0FE-A9F65E0F2FEC}" presName="adorn" presStyleLbl="fgAccFollowNode1" presStyleIdx="0" presStyleCnt="3"/>
      <dgm:spPr>
        <a:blipFill rotWithShape="1">
          <a:blip xmlns:r="http://schemas.openxmlformats.org/officeDocument/2006/relationships" r:embed="rId1"/>
          <a:srcRect/>
          <a:stretch>
            <a:fillRect/>
          </a:stretch>
        </a:blipFill>
      </dgm:spPr>
    </dgm:pt>
    <dgm:pt modelId="{435ED172-B35C-4C1D-815C-7280CE6FFFDC}" type="pres">
      <dgm:prSet presAssocID="{46B70512-54C0-4673-8901-635A55A6A5C9}" presName="sibTrans" presStyleLbl="sibTrans2D1" presStyleIdx="0" presStyleCnt="0"/>
      <dgm:spPr/>
    </dgm:pt>
    <dgm:pt modelId="{7F1D8B3A-F4A5-484B-91AD-472630732155}" type="pres">
      <dgm:prSet presAssocID="{CEB3B3A2-2895-4A54-A439-EF6317B95347}" presName="compNode" presStyleCnt="0"/>
      <dgm:spPr/>
    </dgm:pt>
    <dgm:pt modelId="{B198524E-75DE-49C5-84E5-27F0E7BE88C5}" type="pres">
      <dgm:prSet presAssocID="{CEB3B3A2-2895-4A54-A439-EF6317B95347}" presName="childRect" presStyleLbl="bgAcc1" presStyleIdx="1" presStyleCnt="3">
        <dgm:presLayoutVars>
          <dgm:bulletEnabled val="1"/>
        </dgm:presLayoutVars>
      </dgm:prSet>
      <dgm:spPr/>
    </dgm:pt>
    <dgm:pt modelId="{9A879B22-A5DD-426B-96D1-D9049B8EB7C5}" type="pres">
      <dgm:prSet presAssocID="{CEB3B3A2-2895-4A54-A439-EF6317B95347}" presName="parentText" presStyleLbl="node1" presStyleIdx="0" presStyleCnt="0">
        <dgm:presLayoutVars>
          <dgm:chMax val="0"/>
          <dgm:bulletEnabled val="1"/>
        </dgm:presLayoutVars>
      </dgm:prSet>
      <dgm:spPr/>
    </dgm:pt>
    <dgm:pt modelId="{F154765D-0495-4DE5-A6F7-DEDCDCEC2C77}" type="pres">
      <dgm:prSet presAssocID="{CEB3B3A2-2895-4A54-A439-EF6317B95347}" presName="parentRect" presStyleLbl="alignNode1" presStyleIdx="1" presStyleCnt="3"/>
      <dgm:spPr/>
    </dgm:pt>
    <dgm:pt modelId="{B7AAED54-4223-4C9A-B31C-E8AC1501FEFF}" type="pres">
      <dgm:prSet presAssocID="{CEB3B3A2-2895-4A54-A439-EF6317B95347}" presName="adorn" presStyleLbl="fgAccFollowNode1" presStyleIdx="1" presStyleCnt="3"/>
      <dgm:spPr>
        <a:blipFill rotWithShape="1">
          <a:blip xmlns:r="http://schemas.openxmlformats.org/officeDocument/2006/relationships" r:embed="rId2"/>
          <a:srcRect/>
          <a:stretch>
            <a:fillRect/>
          </a:stretch>
        </a:blipFill>
      </dgm:spPr>
    </dgm:pt>
    <dgm:pt modelId="{00ABF23F-BBE1-4574-B776-A6557C8DA0CC}" type="pres">
      <dgm:prSet presAssocID="{E9088235-3CD4-4E8D-9D1D-CBF75D38702F}" presName="sibTrans" presStyleLbl="sibTrans2D1" presStyleIdx="0" presStyleCnt="0"/>
      <dgm:spPr/>
    </dgm:pt>
    <dgm:pt modelId="{8345762E-4854-4F1D-862E-981B6EACB9E2}" type="pres">
      <dgm:prSet presAssocID="{0AEBF755-E8AD-4496-AE1C-4D5FBDDE9C19}" presName="compNode" presStyleCnt="0"/>
      <dgm:spPr/>
    </dgm:pt>
    <dgm:pt modelId="{2116B125-1565-4D20-A43D-54454B5A6880}" type="pres">
      <dgm:prSet presAssocID="{0AEBF755-E8AD-4496-AE1C-4D5FBDDE9C19}" presName="childRect" presStyleLbl="bgAcc1" presStyleIdx="2" presStyleCnt="3">
        <dgm:presLayoutVars>
          <dgm:bulletEnabled val="1"/>
        </dgm:presLayoutVars>
      </dgm:prSet>
      <dgm:spPr/>
    </dgm:pt>
    <dgm:pt modelId="{6597C935-A396-474E-8504-4E09CCA93FAD}" type="pres">
      <dgm:prSet presAssocID="{0AEBF755-E8AD-4496-AE1C-4D5FBDDE9C19}" presName="parentText" presStyleLbl="node1" presStyleIdx="0" presStyleCnt="0">
        <dgm:presLayoutVars>
          <dgm:chMax val="0"/>
          <dgm:bulletEnabled val="1"/>
        </dgm:presLayoutVars>
      </dgm:prSet>
      <dgm:spPr/>
    </dgm:pt>
    <dgm:pt modelId="{56B5B699-1135-4568-8A0D-810DDF8B5513}" type="pres">
      <dgm:prSet presAssocID="{0AEBF755-E8AD-4496-AE1C-4D5FBDDE9C19}" presName="parentRect" presStyleLbl="alignNode1" presStyleIdx="2" presStyleCnt="3"/>
      <dgm:spPr/>
    </dgm:pt>
    <dgm:pt modelId="{5CE2BF6D-AD7D-46BD-AD46-FC0DABED0829}" type="pres">
      <dgm:prSet presAssocID="{0AEBF755-E8AD-4496-AE1C-4D5FBDDE9C19}" presName="adorn" presStyleLbl="fgAccFollowNode1" presStyleIdx="2" presStyleCnt="3"/>
      <dgm:spPr>
        <a:blipFill rotWithShape="1">
          <a:blip xmlns:r="http://schemas.openxmlformats.org/officeDocument/2006/relationships" r:embed="rId3"/>
          <a:srcRect/>
          <a:stretch>
            <a:fillRect l="-42000" r="-42000"/>
          </a:stretch>
        </a:blipFill>
      </dgm:spPr>
    </dgm:pt>
  </dgm:ptLst>
  <dgm:cxnLst>
    <dgm:cxn modelId="{5DE33A27-1A80-4CEF-8CD4-4EC2D5855472}" type="presOf" srcId="{7A438D38-3DE3-4F1B-B0FE-A9F65E0F2FEC}" destId="{FC781842-B571-4FF7-917E-D9172C93F5F2}" srcOrd="0" destOrd="0" presId="urn:microsoft.com/office/officeart/2005/8/layout/bList2"/>
    <dgm:cxn modelId="{CC7C4049-2C28-4F0D-94B6-6DA9DA6E5992}" type="presOf" srcId="{7A438D38-3DE3-4F1B-B0FE-A9F65E0F2FEC}" destId="{3B843543-E8E3-4FFE-A4C3-9086AAF6180C}" srcOrd="1" destOrd="0" presId="urn:microsoft.com/office/officeart/2005/8/layout/bList2"/>
    <dgm:cxn modelId="{E794226A-AC2B-40D7-819B-250BDB710461}" srcId="{CFB0959B-7CCF-4F10-AC4A-AD7E4F9122E4}" destId="{7A438D38-3DE3-4F1B-B0FE-A9F65E0F2FEC}" srcOrd="0" destOrd="0" parTransId="{DF8901E3-2A08-45DF-B28E-4121980660F8}" sibTransId="{46B70512-54C0-4673-8901-635A55A6A5C9}"/>
    <dgm:cxn modelId="{10379D4D-F9CC-4633-8658-CB825BAB3530}" type="presOf" srcId="{E9088235-3CD4-4E8D-9D1D-CBF75D38702F}" destId="{00ABF23F-BBE1-4574-B776-A6557C8DA0CC}" srcOrd="0" destOrd="0" presId="urn:microsoft.com/office/officeart/2005/8/layout/bList2"/>
    <dgm:cxn modelId="{54CCCC4F-AF60-4159-9FE6-CB440BF354E2}" srcId="{CFB0959B-7CCF-4F10-AC4A-AD7E4F9122E4}" destId="{0AEBF755-E8AD-4496-AE1C-4D5FBDDE9C19}" srcOrd="2" destOrd="0" parTransId="{879060D1-4830-4EA7-9149-EAFBF0F135EF}" sibTransId="{90D171D0-976B-4088-9E7C-2A5C16CC44D1}"/>
    <dgm:cxn modelId="{00697482-AB89-41C3-AEE3-4CAC46EB2277}" type="presOf" srcId="{CFB0959B-7CCF-4F10-AC4A-AD7E4F9122E4}" destId="{BF5FF8C7-37A9-4F48-ACA8-2D7E8E917845}" srcOrd="0" destOrd="0" presId="urn:microsoft.com/office/officeart/2005/8/layout/bList2"/>
    <dgm:cxn modelId="{2B02F7D2-958D-46D0-A888-AA4AF5002D95}" srcId="{CFB0959B-7CCF-4F10-AC4A-AD7E4F9122E4}" destId="{CEB3B3A2-2895-4A54-A439-EF6317B95347}" srcOrd="1" destOrd="0" parTransId="{B0A05228-60BB-4919-90DF-0E10C0CF3960}" sibTransId="{E9088235-3CD4-4E8D-9D1D-CBF75D38702F}"/>
    <dgm:cxn modelId="{176DE3D4-3A66-4BDD-8A9B-0A61CA1E096A}" type="presOf" srcId="{46B70512-54C0-4673-8901-635A55A6A5C9}" destId="{435ED172-B35C-4C1D-815C-7280CE6FFFDC}" srcOrd="0" destOrd="0" presId="urn:microsoft.com/office/officeart/2005/8/layout/bList2"/>
    <dgm:cxn modelId="{3C521EE2-0AFE-46CC-9C81-C87D84F6B64D}" type="presOf" srcId="{0AEBF755-E8AD-4496-AE1C-4D5FBDDE9C19}" destId="{56B5B699-1135-4568-8A0D-810DDF8B5513}" srcOrd="1" destOrd="0" presId="urn:microsoft.com/office/officeart/2005/8/layout/bList2"/>
    <dgm:cxn modelId="{D174DDE5-2A1C-4D7F-9C65-4D48B3FA28C0}" type="presOf" srcId="{CEB3B3A2-2895-4A54-A439-EF6317B95347}" destId="{9A879B22-A5DD-426B-96D1-D9049B8EB7C5}" srcOrd="0" destOrd="0" presId="urn:microsoft.com/office/officeart/2005/8/layout/bList2"/>
    <dgm:cxn modelId="{414602EF-4AF9-40CC-9C0D-11BF7A8D2DDB}" type="presOf" srcId="{0AEBF755-E8AD-4496-AE1C-4D5FBDDE9C19}" destId="{6597C935-A396-474E-8504-4E09CCA93FAD}" srcOrd="0" destOrd="0" presId="urn:microsoft.com/office/officeart/2005/8/layout/bList2"/>
    <dgm:cxn modelId="{E46513F4-0679-4754-8BE8-D2E0F86B007F}" type="presOf" srcId="{CEB3B3A2-2895-4A54-A439-EF6317B95347}" destId="{F154765D-0495-4DE5-A6F7-DEDCDCEC2C77}" srcOrd="1" destOrd="0" presId="urn:microsoft.com/office/officeart/2005/8/layout/bList2"/>
    <dgm:cxn modelId="{2BFEAC7E-87E0-4E90-8A57-98FC01A14526}" type="presParOf" srcId="{BF5FF8C7-37A9-4F48-ACA8-2D7E8E917845}" destId="{A06C4D55-7755-472D-8D11-82E2A4E60AEC}" srcOrd="0" destOrd="0" presId="urn:microsoft.com/office/officeart/2005/8/layout/bList2"/>
    <dgm:cxn modelId="{95D82626-4B21-43F2-AF00-3EE83EF125AD}" type="presParOf" srcId="{A06C4D55-7755-472D-8D11-82E2A4E60AEC}" destId="{29030AC6-01B7-4288-983D-E015C79B3679}" srcOrd="0" destOrd="0" presId="urn:microsoft.com/office/officeart/2005/8/layout/bList2"/>
    <dgm:cxn modelId="{D32A1ED3-C0E6-457A-80F9-1F9C5C1C183D}" type="presParOf" srcId="{A06C4D55-7755-472D-8D11-82E2A4E60AEC}" destId="{FC781842-B571-4FF7-917E-D9172C93F5F2}" srcOrd="1" destOrd="0" presId="urn:microsoft.com/office/officeart/2005/8/layout/bList2"/>
    <dgm:cxn modelId="{D4381ED6-FE30-4A8A-9785-452A2C2C049F}" type="presParOf" srcId="{A06C4D55-7755-472D-8D11-82E2A4E60AEC}" destId="{3B843543-E8E3-4FFE-A4C3-9086AAF6180C}" srcOrd="2" destOrd="0" presId="urn:microsoft.com/office/officeart/2005/8/layout/bList2"/>
    <dgm:cxn modelId="{AD375324-3DDE-40E6-B96D-113F103FF1AF}" type="presParOf" srcId="{A06C4D55-7755-472D-8D11-82E2A4E60AEC}" destId="{E197657A-D654-45F1-B074-535960AFA50C}" srcOrd="3" destOrd="0" presId="urn:microsoft.com/office/officeart/2005/8/layout/bList2"/>
    <dgm:cxn modelId="{A472E531-D294-4B3C-A7CE-ED2CAE983531}" type="presParOf" srcId="{BF5FF8C7-37A9-4F48-ACA8-2D7E8E917845}" destId="{435ED172-B35C-4C1D-815C-7280CE6FFFDC}" srcOrd="1" destOrd="0" presId="urn:microsoft.com/office/officeart/2005/8/layout/bList2"/>
    <dgm:cxn modelId="{A9E4108C-2697-4319-9FE7-FA2FD35E2072}" type="presParOf" srcId="{BF5FF8C7-37A9-4F48-ACA8-2D7E8E917845}" destId="{7F1D8B3A-F4A5-484B-91AD-472630732155}" srcOrd="2" destOrd="0" presId="urn:microsoft.com/office/officeart/2005/8/layout/bList2"/>
    <dgm:cxn modelId="{99903CED-3938-4818-9773-27D785F41F5D}" type="presParOf" srcId="{7F1D8B3A-F4A5-484B-91AD-472630732155}" destId="{B198524E-75DE-49C5-84E5-27F0E7BE88C5}" srcOrd="0" destOrd="0" presId="urn:microsoft.com/office/officeart/2005/8/layout/bList2"/>
    <dgm:cxn modelId="{E7957382-6F5C-4AD5-9A02-BAAC5651649A}" type="presParOf" srcId="{7F1D8B3A-F4A5-484B-91AD-472630732155}" destId="{9A879B22-A5DD-426B-96D1-D9049B8EB7C5}" srcOrd="1" destOrd="0" presId="urn:microsoft.com/office/officeart/2005/8/layout/bList2"/>
    <dgm:cxn modelId="{5559F986-304C-4075-A938-3340FA600E1A}" type="presParOf" srcId="{7F1D8B3A-F4A5-484B-91AD-472630732155}" destId="{F154765D-0495-4DE5-A6F7-DEDCDCEC2C77}" srcOrd="2" destOrd="0" presId="urn:microsoft.com/office/officeart/2005/8/layout/bList2"/>
    <dgm:cxn modelId="{A76B4F43-38AA-4B14-A078-3CB360168F10}" type="presParOf" srcId="{7F1D8B3A-F4A5-484B-91AD-472630732155}" destId="{B7AAED54-4223-4C9A-B31C-E8AC1501FEFF}" srcOrd="3" destOrd="0" presId="urn:microsoft.com/office/officeart/2005/8/layout/bList2"/>
    <dgm:cxn modelId="{F6A31460-03DC-42D4-81D0-8BC9E4613C78}" type="presParOf" srcId="{BF5FF8C7-37A9-4F48-ACA8-2D7E8E917845}" destId="{00ABF23F-BBE1-4574-B776-A6557C8DA0CC}" srcOrd="3" destOrd="0" presId="urn:microsoft.com/office/officeart/2005/8/layout/bList2"/>
    <dgm:cxn modelId="{2578E204-249F-45F8-9F26-8D52358B4F59}" type="presParOf" srcId="{BF5FF8C7-37A9-4F48-ACA8-2D7E8E917845}" destId="{8345762E-4854-4F1D-862E-981B6EACB9E2}" srcOrd="4" destOrd="0" presId="urn:microsoft.com/office/officeart/2005/8/layout/bList2"/>
    <dgm:cxn modelId="{A26B899B-8B60-4D0E-AA17-44DF24D27CEC}" type="presParOf" srcId="{8345762E-4854-4F1D-862E-981B6EACB9E2}" destId="{2116B125-1565-4D20-A43D-54454B5A6880}" srcOrd="0" destOrd="0" presId="urn:microsoft.com/office/officeart/2005/8/layout/bList2"/>
    <dgm:cxn modelId="{9D228DAA-F8DB-47D8-82D8-195DED14284A}" type="presParOf" srcId="{8345762E-4854-4F1D-862E-981B6EACB9E2}" destId="{6597C935-A396-474E-8504-4E09CCA93FAD}" srcOrd="1" destOrd="0" presId="urn:microsoft.com/office/officeart/2005/8/layout/bList2"/>
    <dgm:cxn modelId="{EBD0FDAF-64F8-4322-ACBA-EC234AFDB877}" type="presParOf" srcId="{8345762E-4854-4F1D-862E-981B6EACB9E2}" destId="{56B5B699-1135-4568-8A0D-810DDF8B5513}" srcOrd="2" destOrd="0" presId="urn:microsoft.com/office/officeart/2005/8/layout/bList2"/>
    <dgm:cxn modelId="{A369BBE9-8F0C-4581-BB4B-CA8692340740}" type="presParOf" srcId="{8345762E-4854-4F1D-862E-981B6EACB9E2}" destId="{5CE2BF6D-AD7D-46BD-AD46-FC0DABED0829}"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FEBC132-6290-49BA-BEFF-60526294BFA3}"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US"/>
        </a:p>
      </dgm:t>
    </dgm:pt>
    <dgm:pt modelId="{CEF82A58-2B41-43F8-A3E8-846334E1BCB8}">
      <dgm:prSet phldrT="[Text]"/>
      <dgm:spPr/>
      <dgm:t>
        <a:bodyPr/>
        <a:lstStyle/>
        <a:p>
          <a:r>
            <a:rPr lang="en-US" dirty="0" err="1">
              <a:latin typeface="Times New Roman" panose="02020603050405020304" pitchFamily="18" charset="0"/>
              <a:cs typeface="Times New Roman" panose="02020603050405020304" pitchFamily="18" charset="0"/>
            </a:rPr>
            <a:t>Thiết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mềm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ứng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dõi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giám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sát</a:t>
          </a:r>
          <a:r>
            <a:rPr lang="en-US" dirty="0">
              <a:latin typeface="Times New Roman" panose="02020603050405020304" pitchFamily="18" charset="0"/>
              <a:cs typeface="Times New Roman" panose="02020603050405020304" pitchFamily="18" charset="0"/>
            </a:rPr>
            <a:t> </a:t>
          </a:r>
          <a:endParaRPr lang="en-US" dirty="0"/>
        </a:p>
      </dgm:t>
    </dgm:pt>
    <dgm:pt modelId="{5620C0AC-6BC2-42B8-8AC0-D84E65F381F0}" type="parTrans" cxnId="{2B356C7F-ED95-4EF5-9D01-23B07353A77C}">
      <dgm:prSet/>
      <dgm:spPr/>
      <dgm:t>
        <a:bodyPr/>
        <a:lstStyle/>
        <a:p>
          <a:endParaRPr lang="en-US"/>
        </a:p>
      </dgm:t>
    </dgm:pt>
    <dgm:pt modelId="{0CA5583C-1504-4EBA-B990-B0E156E4886B}" type="sibTrans" cxnId="{2B356C7F-ED95-4EF5-9D01-23B07353A77C}">
      <dgm:prSet/>
      <dgm:spPr/>
      <dgm:t>
        <a:bodyPr/>
        <a:lstStyle/>
        <a:p>
          <a:endParaRPr lang="en-US"/>
        </a:p>
      </dgm:t>
    </dgm:pt>
    <dgm:pt modelId="{1EDC56A8-391A-4F58-8668-6887B13FB15A}">
      <dgm:prSet phldrT="[Text]"/>
      <dgm:spPr/>
      <dgm:t>
        <a:bodyPr/>
        <a:lstStyle/>
        <a:p>
          <a:r>
            <a:rPr lang="en-US">
              <a:latin typeface="Times New Roman" panose="02020603050405020304" pitchFamily="18" charset="0"/>
              <a:cs typeface="Times New Roman" panose="02020603050405020304" pitchFamily="18" charset="0"/>
            </a:rPr>
            <a:t>Thiết kế phần cứng tích hợp công nghệ IoT </a:t>
          </a:r>
          <a:endParaRPr lang="en-US"/>
        </a:p>
      </dgm:t>
    </dgm:pt>
    <dgm:pt modelId="{4B8D4904-4377-471D-A92E-EF4B6CD2C9C8}" type="parTrans" cxnId="{78F96153-5213-47BC-B5C2-4F778A554388}">
      <dgm:prSet/>
      <dgm:spPr/>
      <dgm:t>
        <a:bodyPr/>
        <a:lstStyle/>
        <a:p>
          <a:endParaRPr lang="en-US"/>
        </a:p>
      </dgm:t>
    </dgm:pt>
    <dgm:pt modelId="{B782F417-6869-4FE8-973C-F7E0C468F40D}" type="sibTrans" cxnId="{78F96153-5213-47BC-B5C2-4F778A554388}">
      <dgm:prSet/>
      <dgm:spPr/>
      <dgm:t>
        <a:bodyPr/>
        <a:lstStyle/>
        <a:p>
          <a:endParaRPr lang="en-US"/>
        </a:p>
      </dgm:t>
    </dgm:pt>
    <dgm:pt modelId="{D1AD3A97-B168-40DF-B4AB-E3AEE7667073}">
      <dgm:prSet phldrT="[Text]"/>
      <dgm:spPr/>
      <dgm:t>
        <a:bodyPr/>
        <a:lstStyle/>
        <a:p>
          <a:r>
            <a:rPr lang="en-US" dirty="0" err="1">
              <a:latin typeface="Times New Roman" panose="02020603050405020304" pitchFamily="18" charset="0"/>
              <a:cs typeface="Times New Roman" panose="02020603050405020304" pitchFamily="18" charset="0"/>
            </a:rPr>
            <a:t>Thiết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a:t>
          </a:r>
          <a:r>
            <a:rPr lang="en-US" dirty="0">
              <a:latin typeface="Times New Roman" panose="02020603050405020304" pitchFamily="18" charset="0"/>
              <a:cs typeface="Times New Roman" panose="02020603050405020304" pitchFamily="18" charset="0"/>
            </a:rPr>
            <a:t> app </a:t>
          </a:r>
          <a:r>
            <a:rPr lang="en-US" dirty="0" err="1">
              <a:latin typeface="Times New Roman" panose="02020603050405020304" pitchFamily="18" charset="0"/>
              <a:cs typeface="Times New Roman" panose="02020603050405020304" pitchFamily="18" charset="0"/>
            </a:rPr>
            <a:t>giám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endParaRPr lang="en-US" dirty="0"/>
        </a:p>
      </dgm:t>
    </dgm:pt>
    <dgm:pt modelId="{9636A7FA-D00C-46C0-A6EA-A45AA81342FC}" type="parTrans" cxnId="{7783D4AB-54B3-4683-864A-F05F72794CFC}">
      <dgm:prSet/>
      <dgm:spPr/>
      <dgm:t>
        <a:bodyPr/>
        <a:lstStyle/>
        <a:p>
          <a:endParaRPr lang="en-US"/>
        </a:p>
      </dgm:t>
    </dgm:pt>
    <dgm:pt modelId="{7C1C2E9D-29DD-4DB6-9F63-DBD1406B345F}" type="sibTrans" cxnId="{7783D4AB-54B3-4683-864A-F05F72794CFC}">
      <dgm:prSet/>
      <dgm:spPr/>
      <dgm:t>
        <a:bodyPr/>
        <a:lstStyle/>
        <a:p>
          <a:endParaRPr lang="en-US"/>
        </a:p>
      </dgm:t>
    </dgm:pt>
    <dgm:pt modelId="{934BF5D3-0797-4748-AE7B-D3F6D7A5FC9E}" type="pres">
      <dgm:prSet presAssocID="{5FEBC132-6290-49BA-BEFF-60526294BFA3}" presName="linear" presStyleCnt="0">
        <dgm:presLayoutVars>
          <dgm:dir/>
          <dgm:animLvl val="lvl"/>
          <dgm:resizeHandles val="exact"/>
        </dgm:presLayoutVars>
      </dgm:prSet>
      <dgm:spPr/>
    </dgm:pt>
    <dgm:pt modelId="{56B2CF96-B639-4337-BF58-1052A3EF5E0F}" type="pres">
      <dgm:prSet presAssocID="{CEF82A58-2B41-43F8-A3E8-846334E1BCB8}" presName="parentLin" presStyleCnt="0"/>
      <dgm:spPr/>
    </dgm:pt>
    <dgm:pt modelId="{DD3AE843-264D-4C53-AA7F-0453797A6C42}" type="pres">
      <dgm:prSet presAssocID="{CEF82A58-2B41-43F8-A3E8-846334E1BCB8}" presName="parentLeftMargin" presStyleLbl="node1" presStyleIdx="0" presStyleCnt="3"/>
      <dgm:spPr/>
    </dgm:pt>
    <dgm:pt modelId="{B6B8E896-0C00-4194-AA1B-2296B64B24EF}" type="pres">
      <dgm:prSet presAssocID="{CEF82A58-2B41-43F8-A3E8-846334E1BCB8}" presName="parentText" presStyleLbl="node1" presStyleIdx="0" presStyleCnt="3" custScaleX="120219">
        <dgm:presLayoutVars>
          <dgm:chMax val="0"/>
          <dgm:bulletEnabled val="1"/>
        </dgm:presLayoutVars>
      </dgm:prSet>
      <dgm:spPr/>
    </dgm:pt>
    <dgm:pt modelId="{61F62843-03DA-4178-9683-4E5659D92038}" type="pres">
      <dgm:prSet presAssocID="{CEF82A58-2B41-43F8-A3E8-846334E1BCB8}" presName="negativeSpace" presStyleCnt="0"/>
      <dgm:spPr/>
    </dgm:pt>
    <dgm:pt modelId="{AA7B0E06-9E57-4200-8B4D-BF1A0CEE1970}" type="pres">
      <dgm:prSet presAssocID="{CEF82A58-2B41-43F8-A3E8-846334E1BCB8}" presName="childText" presStyleLbl="conFgAcc1" presStyleIdx="0" presStyleCnt="3">
        <dgm:presLayoutVars>
          <dgm:bulletEnabled val="1"/>
        </dgm:presLayoutVars>
      </dgm:prSet>
      <dgm:spPr/>
    </dgm:pt>
    <dgm:pt modelId="{2FCF6DAF-E420-4524-A969-D9DCE5E30062}" type="pres">
      <dgm:prSet presAssocID="{0CA5583C-1504-4EBA-B990-B0E156E4886B}" presName="spaceBetweenRectangles" presStyleCnt="0"/>
      <dgm:spPr/>
    </dgm:pt>
    <dgm:pt modelId="{DA4E6006-009C-4770-95DD-35EF11CAE19D}" type="pres">
      <dgm:prSet presAssocID="{1EDC56A8-391A-4F58-8668-6887B13FB15A}" presName="parentLin" presStyleCnt="0"/>
      <dgm:spPr/>
    </dgm:pt>
    <dgm:pt modelId="{7BEF8EB4-9DB2-4C09-8932-1E8F0EA05F80}" type="pres">
      <dgm:prSet presAssocID="{1EDC56A8-391A-4F58-8668-6887B13FB15A}" presName="parentLeftMargin" presStyleLbl="node1" presStyleIdx="0" presStyleCnt="3"/>
      <dgm:spPr/>
    </dgm:pt>
    <dgm:pt modelId="{9816C6D1-1FA8-4776-A073-CEEF99CA7277}" type="pres">
      <dgm:prSet presAssocID="{1EDC56A8-391A-4F58-8668-6887B13FB15A}" presName="parentText" presStyleLbl="node1" presStyleIdx="1" presStyleCnt="3" custScaleX="120067">
        <dgm:presLayoutVars>
          <dgm:chMax val="0"/>
          <dgm:bulletEnabled val="1"/>
        </dgm:presLayoutVars>
      </dgm:prSet>
      <dgm:spPr/>
    </dgm:pt>
    <dgm:pt modelId="{1F7CB583-766C-4AEB-A3C5-62F6AD763202}" type="pres">
      <dgm:prSet presAssocID="{1EDC56A8-391A-4F58-8668-6887B13FB15A}" presName="negativeSpace" presStyleCnt="0"/>
      <dgm:spPr/>
    </dgm:pt>
    <dgm:pt modelId="{20999BDB-DC1A-4176-AE25-9A04B33DBE86}" type="pres">
      <dgm:prSet presAssocID="{1EDC56A8-391A-4F58-8668-6887B13FB15A}" presName="childText" presStyleLbl="conFgAcc1" presStyleIdx="1" presStyleCnt="3">
        <dgm:presLayoutVars>
          <dgm:bulletEnabled val="1"/>
        </dgm:presLayoutVars>
      </dgm:prSet>
      <dgm:spPr/>
    </dgm:pt>
    <dgm:pt modelId="{A653EE79-1AF7-4709-A7CB-C8F334616278}" type="pres">
      <dgm:prSet presAssocID="{B782F417-6869-4FE8-973C-F7E0C468F40D}" presName="spaceBetweenRectangles" presStyleCnt="0"/>
      <dgm:spPr/>
    </dgm:pt>
    <dgm:pt modelId="{B505F7FB-8975-4F16-A7A8-47B6162CA6CB}" type="pres">
      <dgm:prSet presAssocID="{D1AD3A97-B168-40DF-B4AB-E3AEE7667073}" presName="parentLin" presStyleCnt="0"/>
      <dgm:spPr/>
    </dgm:pt>
    <dgm:pt modelId="{94201136-06FF-46EA-9307-DC455D6BC1A0}" type="pres">
      <dgm:prSet presAssocID="{D1AD3A97-B168-40DF-B4AB-E3AEE7667073}" presName="parentLeftMargin" presStyleLbl="node1" presStyleIdx="1" presStyleCnt="3"/>
      <dgm:spPr/>
    </dgm:pt>
    <dgm:pt modelId="{8612B3E1-95F2-452F-BE02-FD864A7E1E44}" type="pres">
      <dgm:prSet presAssocID="{D1AD3A97-B168-40DF-B4AB-E3AEE7667073}" presName="parentText" presStyleLbl="node1" presStyleIdx="2" presStyleCnt="3" custScaleX="120853">
        <dgm:presLayoutVars>
          <dgm:chMax val="0"/>
          <dgm:bulletEnabled val="1"/>
        </dgm:presLayoutVars>
      </dgm:prSet>
      <dgm:spPr/>
    </dgm:pt>
    <dgm:pt modelId="{8B80AA14-B697-40CA-A981-CB3D37F578C1}" type="pres">
      <dgm:prSet presAssocID="{D1AD3A97-B168-40DF-B4AB-E3AEE7667073}" presName="negativeSpace" presStyleCnt="0"/>
      <dgm:spPr/>
    </dgm:pt>
    <dgm:pt modelId="{5A80697D-227D-43D4-A3EF-882837A75222}" type="pres">
      <dgm:prSet presAssocID="{D1AD3A97-B168-40DF-B4AB-E3AEE7667073}" presName="childText" presStyleLbl="conFgAcc1" presStyleIdx="2" presStyleCnt="3">
        <dgm:presLayoutVars>
          <dgm:bulletEnabled val="1"/>
        </dgm:presLayoutVars>
      </dgm:prSet>
      <dgm:spPr/>
    </dgm:pt>
  </dgm:ptLst>
  <dgm:cxnLst>
    <dgm:cxn modelId="{C5965209-DB4E-4057-AE8C-6A2371411C83}" type="presOf" srcId="{D1AD3A97-B168-40DF-B4AB-E3AEE7667073}" destId="{94201136-06FF-46EA-9307-DC455D6BC1A0}" srcOrd="0" destOrd="0" presId="urn:microsoft.com/office/officeart/2005/8/layout/list1"/>
    <dgm:cxn modelId="{FC21DA09-A5DD-4C68-AF36-1B15F4C0E5DB}" type="presOf" srcId="{D1AD3A97-B168-40DF-B4AB-E3AEE7667073}" destId="{8612B3E1-95F2-452F-BE02-FD864A7E1E44}" srcOrd="1" destOrd="0" presId="urn:microsoft.com/office/officeart/2005/8/layout/list1"/>
    <dgm:cxn modelId="{DB016928-C117-4A91-A50D-7F1829A7D670}" type="presOf" srcId="{CEF82A58-2B41-43F8-A3E8-846334E1BCB8}" destId="{B6B8E896-0C00-4194-AA1B-2296B64B24EF}" srcOrd="1" destOrd="0" presId="urn:microsoft.com/office/officeart/2005/8/layout/list1"/>
    <dgm:cxn modelId="{78F96153-5213-47BC-B5C2-4F778A554388}" srcId="{5FEBC132-6290-49BA-BEFF-60526294BFA3}" destId="{1EDC56A8-391A-4F58-8668-6887B13FB15A}" srcOrd="1" destOrd="0" parTransId="{4B8D4904-4377-471D-A92E-EF4B6CD2C9C8}" sibTransId="{B782F417-6869-4FE8-973C-F7E0C468F40D}"/>
    <dgm:cxn modelId="{2B356C7F-ED95-4EF5-9D01-23B07353A77C}" srcId="{5FEBC132-6290-49BA-BEFF-60526294BFA3}" destId="{CEF82A58-2B41-43F8-A3E8-846334E1BCB8}" srcOrd="0" destOrd="0" parTransId="{5620C0AC-6BC2-42B8-8AC0-D84E65F381F0}" sibTransId="{0CA5583C-1504-4EBA-B990-B0E156E4886B}"/>
    <dgm:cxn modelId="{7783D4AB-54B3-4683-864A-F05F72794CFC}" srcId="{5FEBC132-6290-49BA-BEFF-60526294BFA3}" destId="{D1AD3A97-B168-40DF-B4AB-E3AEE7667073}" srcOrd="2" destOrd="0" parTransId="{9636A7FA-D00C-46C0-A6EA-A45AA81342FC}" sibTransId="{7C1C2E9D-29DD-4DB6-9F63-DBD1406B345F}"/>
    <dgm:cxn modelId="{B88CFAAB-5D4C-4A23-BABE-477862B2019C}" type="presOf" srcId="{1EDC56A8-391A-4F58-8668-6887B13FB15A}" destId="{7BEF8EB4-9DB2-4C09-8932-1E8F0EA05F80}" srcOrd="0" destOrd="0" presId="urn:microsoft.com/office/officeart/2005/8/layout/list1"/>
    <dgm:cxn modelId="{7C7F34B4-9F37-4296-BDD6-166EC405E2DE}" type="presOf" srcId="{1EDC56A8-391A-4F58-8668-6887B13FB15A}" destId="{9816C6D1-1FA8-4776-A073-CEEF99CA7277}" srcOrd="1" destOrd="0" presId="urn:microsoft.com/office/officeart/2005/8/layout/list1"/>
    <dgm:cxn modelId="{E1E482BD-303D-4463-9B41-EC70B29124BE}" type="presOf" srcId="{5FEBC132-6290-49BA-BEFF-60526294BFA3}" destId="{934BF5D3-0797-4748-AE7B-D3F6D7A5FC9E}" srcOrd="0" destOrd="0" presId="urn:microsoft.com/office/officeart/2005/8/layout/list1"/>
    <dgm:cxn modelId="{A858ADFB-183F-45E5-9411-5C02A1E1FE9C}" type="presOf" srcId="{CEF82A58-2B41-43F8-A3E8-846334E1BCB8}" destId="{DD3AE843-264D-4C53-AA7F-0453797A6C42}" srcOrd="0" destOrd="0" presId="urn:microsoft.com/office/officeart/2005/8/layout/list1"/>
    <dgm:cxn modelId="{5C577360-A3EE-4443-AC92-5DCCA5DE1B62}" type="presParOf" srcId="{934BF5D3-0797-4748-AE7B-D3F6D7A5FC9E}" destId="{56B2CF96-B639-4337-BF58-1052A3EF5E0F}" srcOrd="0" destOrd="0" presId="urn:microsoft.com/office/officeart/2005/8/layout/list1"/>
    <dgm:cxn modelId="{CB3E47A6-8B70-4A26-A3A8-524136798E6B}" type="presParOf" srcId="{56B2CF96-B639-4337-BF58-1052A3EF5E0F}" destId="{DD3AE843-264D-4C53-AA7F-0453797A6C42}" srcOrd="0" destOrd="0" presId="urn:microsoft.com/office/officeart/2005/8/layout/list1"/>
    <dgm:cxn modelId="{C7832153-B946-44AD-85DC-10E98E1F4AA5}" type="presParOf" srcId="{56B2CF96-B639-4337-BF58-1052A3EF5E0F}" destId="{B6B8E896-0C00-4194-AA1B-2296B64B24EF}" srcOrd="1" destOrd="0" presId="urn:microsoft.com/office/officeart/2005/8/layout/list1"/>
    <dgm:cxn modelId="{A7FBE1B9-5D18-40E0-AAA2-6C29842D3AD6}" type="presParOf" srcId="{934BF5D3-0797-4748-AE7B-D3F6D7A5FC9E}" destId="{61F62843-03DA-4178-9683-4E5659D92038}" srcOrd="1" destOrd="0" presId="urn:microsoft.com/office/officeart/2005/8/layout/list1"/>
    <dgm:cxn modelId="{FAF18190-AA77-4E75-AC16-C5FFCBAD338B}" type="presParOf" srcId="{934BF5D3-0797-4748-AE7B-D3F6D7A5FC9E}" destId="{AA7B0E06-9E57-4200-8B4D-BF1A0CEE1970}" srcOrd="2" destOrd="0" presId="urn:microsoft.com/office/officeart/2005/8/layout/list1"/>
    <dgm:cxn modelId="{ADF24A38-9F73-4A61-9BB3-98B20EAF736E}" type="presParOf" srcId="{934BF5D3-0797-4748-AE7B-D3F6D7A5FC9E}" destId="{2FCF6DAF-E420-4524-A969-D9DCE5E30062}" srcOrd="3" destOrd="0" presId="urn:microsoft.com/office/officeart/2005/8/layout/list1"/>
    <dgm:cxn modelId="{60109216-0EEE-4C86-8B84-FEBD85470CE2}" type="presParOf" srcId="{934BF5D3-0797-4748-AE7B-D3F6D7A5FC9E}" destId="{DA4E6006-009C-4770-95DD-35EF11CAE19D}" srcOrd="4" destOrd="0" presId="urn:microsoft.com/office/officeart/2005/8/layout/list1"/>
    <dgm:cxn modelId="{2DD2FE56-54EC-41C6-9BD5-7BC03C60C994}" type="presParOf" srcId="{DA4E6006-009C-4770-95DD-35EF11CAE19D}" destId="{7BEF8EB4-9DB2-4C09-8932-1E8F0EA05F80}" srcOrd="0" destOrd="0" presId="urn:microsoft.com/office/officeart/2005/8/layout/list1"/>
    <dgm:cxn modelId="{B0D55247-3CA1-44D3-9EA1-F714CA798878}" type="presParOf" srcId="{DA4E6006-009C-4770-95DD-35EF11CAE19D}" destId="{9816C6D1-1FA8-4776-A073-CEEF99CA7277}" srcOrd="1" destOrd="0" presId="urn:microsoft.com/office/officeart/2005/8/layout/list1"/>
    <dgm:cxn modelId="{AF1AB018-CBF7-4FDE-A47D-162960BDF638}" type="presParOf" srcId="{934BF5D3-0797-4748-AE7B-D3F6D7A5FC9E}" destId="{1F7CB583-766C-4AEB-A3C5-62F6AD763202}" srcOrd="5" destOrd="0" presId="urn:microsoft.com/office/officeart/2005/8/layout/list1"/>
    <dgm:cxn modelId="{B6AF0602-C7A4-46AD-864E-8B6E93C7285E}" type="presParOf" srcId="{934BF5D3-0797-4748-AE7B-D3F6D7A5FC9E}" destId="{20999BDB-DC1A-4176-AE25-9A04B33DBE86}" srcOrd="6" destOrd="0" presId="urn:microsoft.com/office/officeart/2005/8/layout/list1"/>
    <dgm:cxn modelId="{CB522010-E65F-49AD-83B3-724A80C6842D}" type="presParOf" srcId="{934BF5D3-0797-4748-AE7B-D3F6D7A5FC9E}" destId="{A653EE79-1AF7-4709-A7CB-C8F334616278}" srcOrd="7" destOrd="0" presId="urn:microsoft.com/office/officeart/2005/8/layout/list1"/>
    <dgm:cxn modelId="{09029362-A896-4AC3-888F-8DDF99EE9769}" type="presParOf" srcId="{934BF5D3-0797-4748-AE7B-D3F6D7A5FC9E}" destId="{B505F7FB-8975-4F16-A7A8-47B6162CA6CB}" srcOrd="8" destOrd="0" presId="urn:microsoft.com/office/officeart/2005/8/layout/list1"/>
    <dgm:cxn modelId="{5FA5A1DF-0410-4CAF-B296-5E76575873DD}" type="presParOf" srcId="{B505F7FB-8975-4F16-A7A8-47B6162CA6CB}" destId="{94201136-06FF-46EA-9307-DC455D6BC1A0}" srcOrd="0" destOrd="0" presId="urn:microsoft.com/office/officeart/2005/8/layout/list1"/>
    <dgm:cxn modelId="{05B1B054-A4CE-4815-BF81-CB867382E67D}" type="presParOf" srcId="{B505F7FB-8975-4F16-A7A8-47B6162CA6CB}" destId="{8612B3E1-95F2-452F-BE02-FD864A7E1E44}" srcOrd="1" destOrd="0" presId="urn:microsoft.com/office/officeart/2005/8/layout/list1"/>
    <dgm:cxn modelId="{3D160909-9560-41D5-A8BB-64872A8F176B}" type="presParOf" srcId="{934BF5D3-0797-4748-AE7B-D3F6D7A5FC9E}" destId="{8B80AA14-B697-40CA-A981-CB3D37F578C1}" srcOrd="9" destOrd="0" presId="urn:microsoft.com/office/officeart/2005/8/layout/list1"/>
    <dgm:cxn modelId="{91C3C9EA-DE48-47E2-91AF-078B88197FA2}" type="presParOf" srcId="{934BF5D3-0797-4748-AE7B-D3F6D7A5FC9E}" destId="{5A80697D-227D-43D4-A3EF-882837A75222}" srcOrd="10" destOrd="0" presId="urn:microsoft.com/office/officeart/2005/8/layout/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74D5DC0-D9D9-4503-8642-08D4BCF4E013}" type="doc">
      <dgm:prSet loTypeId="urn:microsoft.com/office/officeart/2008/layout/HorizontalMultiLevelHierarchy" loCatId="hierarchy" qsTypeId="urn:microsoft.com/office/officeart/2005/8/quickstyle/simple1" qsCatId="simple" csTypeId="urn:microsoft.com/office/officeart/2005/8/colors/colorful2" csCatId="colorful" phldr="1"/>
      <dgm:spPr/>
      <dgm:t>
        <a:bodyPr/>
        <a:lstStyle/>
        <a:p>
          <a:endParaRPr lang="en-US"/>
        </a:p>
      </dgm:t>
    </dgm:pt>
    <dgm:pt modelId="{27A382A0-A720-4655-A7E0-859CCAC7E022}">
      <dgm:prSet phldrT="[Text]"/>
      <dgm:spPr/>
      <dgm:t>
        <a:bodyPr/>
        <a:lstStyle/>
        <a:p>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cụ</a:t>
          </a:r>
          <a:r>
            <a:rPr lang="en-US" dirty="0">
              <a:latin typeface="Times New Roman" panose="02020603050405020304" pitchFamily="18" charset="0"/>
              <a:cs typeface="Times New Roman" panose="02020603050405020304" pitchFamily="18" charset="0"/>
            </a:rPr>
            <a:t> Blynk IoT</a:t>
          </a:r>
        </a:p>
      </dgm:t>
    </dgm:pt>
    <dgm:pt modelId="{088AC2C9-E3CD-413F-9E2E-7F746F957336}" type="sibTrans" cxnId="{324B2132-4004-4A76-A743-8E99EAB7D9E6}">
      <dgm:prSet/>
      <dgm:spPr/>
      <dgm:t>
        <a:bodyPr/>
        <a:lstStyle/>
        <a:p>
          <a:endParaRPr lang="en-US"/>
        </a:p>
      </dgm:t>
    </dgm:pt>
    <dgm:pt modelId="{8A1DB1C2-9C90-4FB4-884F-0B9DA4E58662}" type="parTrans" cxnId="{324B2132-4004-4A76-A743-8E99EAB7D9E6}">
      <dgm:prSet/>
      <dgm:spPr/>
      <dgm:t>
        <a:bodyPr/>
        <a:lstStyle/>
        <a:p>
          <a:endParaRPr lang="en-US"/>
        </a:p>
      </dgm:t>
    </dgm:pt>
    <dgm:pt modelId="{88EF65F8-93E8-4254-A453-B5BEFEECA8A7}">
      <dgm:prSet/>
      <dgm:spPr/>
      <dgm:t>
        <a:bodyPr/>
        <a:lstStyle/>
        <a:p>
          <a:r>
            <a:rPr lang="en-US" dirty="0" err="1">
              <a:latin typeface="Times New Roman" panose="02020603050405020304" pitchFamily="18" charset="0"/>
              <a:cs typeface="Times New Roman" panose="02020603050405020304" pitchFamily="18" charset="0"/>
            </a:rPr>
            <a:t>Ngôn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ngữ</a:t>
          </a:r>
          <a:r>
            <a:rPr lang="en-US" dirty="0">
              <a:latin typeface="Times New Roman" panose="02020603050405020304" pitchFamily="18" charset="0"/>
              <a:cs typeface="Times New Roman" panose="02020603050405020304" pitchFamily="18" charset="0"/>
            </a:rPr>
            <a:t> C++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mềm</a:t>
          </a:r>
          <a:r>
            <a:rPr lang="en-US" dirty="0">
              <a:latin typeface="Times New Roman" panose="02020603050405020304" pitchFamily="18" charset="0"/>
              <a:cs typeface="Times New Roman" panose="02020603050405020304" pitchFamily="18" charset="0"/>
            </a:rPr>
            <a:t> Arduino</a:t>
          </a:r>
        </a:p>
      </dgm:t>
    </dgm:pt>
    <dgm:pt modelId="{8F0CBC26-C34E-42AE-83C0-E7E19BE2223B}" type="parTrans" cxnId="{49CBD5D0-49BB-4302-9C53-ABA1644A2474}">
      <dgm:prSet/>
      <dgm:spPr/>
      <dgm:t>
        <a:bodyPr/>
        <a:lstStyle/>
        <a:p>
          <a:endParaRPr lang="en-US"/>
        </a:p>
      </dgm:t>
    </dgm:pt>
    <dgm:pt modelId="{8E9A2D60-74FF-4E40-B3A0-107B99240BEB}" type="sibTrans" cxnId="{49CBD5D0-49BB-4302-9C53-ABA1644A2474}">
      <dgm:prSet/>
      <dgm:spPr/>
      <dgm:t>
        <a:bodyPr/>
        <a:lstStyle/>
        <a:p>
          <a:endParaRPr lang="en-US"/>
        </a:p>
      </dgm:t>
    </dgm:pt>
    <dgm:pt modelId="{68597DD9-23A6-42AC-9A50-3EAFB4B135C4}">
      <dgm:prSet/>
      <dgm:spPr/>
      <dgm:t>
        <a:bodyPr/>
        <a:lstStyle/>
        <a:p>
          <a:r>
            <a:rPr lang="en-US" dirty="0">
              <a:latin typeface="Times New Roman" panose="02020603050405020304" pitchFamily="18" charset="0"/>
              <a:cs typeface="Times New Roman" panose="02020603050405020304" pitchFamily="18" charset="0"/>
            </a:rPr>
            <a:t>Vi </a:t>
          </a:r>
          <a:r>
            <a:rPr lang="en-US" dirty="0" err="1">
              <a:latin typeface="Times New Roman" panose="02020603050405020304" pitchFamily="18" charset="0"/>
              <a:cs typeface="Times New Roman" panose="02020603050405020304" pitchFamily="18" charset="0"/>
            </a:rPr>
            <a:t>Điều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Khiển</a:t>
          </a:r>
          <a:r>
            <a:rPr lang="en-US" dirty="0">
              <a:latin typeface="Times New Roman" panose="02020603050405020304" pitchFamily="18" charset="0"/>
              <a:cs typeface="Times New Roman" panose="02020603050405020304" pitchFamily="18" charset="0"/>
            </a:rPr>
            <a:t> ESP32</a:t>
          </a:r>
        </a:p>
      </dgm:t>
    </dgm:pt>
    <dgm:pt modelId="{C2D70EFD-9E12-4E8F-8DCC-62458CC845D9}" type="parTrans" cxnId="{E4BCB53E-71ED-4566-9BDD-08B8CEF21403}">
      <dgm:prSet/>
      <dgm:spPr/>
      <dgm:t>
        <a:bodyPr/>
        <a:lstStyle/>
        <a:p>
          <a:endParaRPr lang="en-US"/>
        </a:p>
      </dgm:t>
    </dgm:pt>
    <dgm:pt modelId="{C60007BD-3AA6-4C52-B251-BB8D3194247C}" type="sibTrans" cxnId="{E4BCB53E-71ED-4566-9BDD-08B8CEF21403}">
      <dgm:prSet/>
      <dgm:spPr/>
      <dgm:t>
        <a:bodyPr/>
        <a:lstStyle/>
        <a:p>
          <a:endParaRPr lang="en-US"/>
        </a:p>
      </dgm:t>
    </dgm:pt>
    <dgm:pt modelId="{37110E60-7BCF-41E4-BFB6-4C398C88ED51}">
      <dgm:prSet/>
      <dgm:spPr/>
      <dgm:t>
        <a:bodyPr/>
        <a:lstStyle/>
        <a:p>
          <a:r>
            <a:rPr lang="en-US" dirty="0" err="1">
              <a:latin typeface="Times New Roman" panose="02020603050405020304" pitchFamily="18" charset="0"/>
              <a:cs typeface="Times New Roman" panose="02020603050405020304" pitchFamily="18" charset="0"/>
            </a:rPr>
            <a:t>Thẻ</a:t>
          </a:r>
          <a:r>
            <a:rPr lang="en-US" dirty="0">
              <a:latin typeface="Times New Roman" panose="02020603050405020304" pitchFamily="18" charset="0"/>
              <a:cs typeface="Times New Roman" panose="02020603050405020304" pitchFamily="18" charset="0"/>
            </a:rPr>
            <a:t> RFID</a:t>
          </a:r>
        </a:p>
      </dgm:t>
    </dgm:pt>
    <dgm:pt modelId="{CBDF48D5-0540-4256-8A42-3F9A39CD0CC3}" type="parTrans" cxnId="{8B1A7F8B-519F-4F8F-A7EA-60ECE16A4124}">
      <dgm:prSet/>
      <dgm:spPr/>
      <dgm:t>
        <a:bodyPr/>
        <a:lstStyle/>
        <a:p>
          <a:endParaRPr lang="en-US"/>
        </a:p>
      </dgm:t>
    </dgm:pt>
    <dgm:pt modelId="{31BF2B10-12A8-4A4B-B956-7832B14EB4C8}" type="sibTrans" cxnId="{8B1A7F8B-519F-4F8F-A7EA-60ECE16A4124}">
      <dgm:prSet/>
      <dgm:spPr/>
      <dgm:t>
        <a:bodyPr/>
        <a:lstStyle/>
        <a:p>
          <a:endParaRPr lang="en-US"/>
        </a:p>
      </dgm:t>
    </dgm:pt>
    <dgm:pt modelId="{26D6A9EB-EE33-400A-92A5-2865176408C5}">
      <dgm:prSet phldrT="[Text]"/>
      <dgm:spPr/>
      <dgm:t>
        <a:bodyPr/>
        <a:lstStyle/>
        <a:p>
          <a:endParaRPr lang="en-US" dirty="0">
            <a:latin typeface="Times New Roman" panose="02020603050405020304" pitchFamily="18" charset="0"/>
            <a:cs typeface="Times New Roman" panose="02020603050405020304" pitchFamily="18" charset="0"/>
          </a:endParaRPr>
        </a:p>
      </dgm:t>
    </dgm:pt>
    <dgm:pt modelId="{9DCD1110-6C78-4C86-8AEB-9C03F29EADFA}" type="sibTrans" cxnId="{AE734AC7-F140-4D4E-95A1-B235939FFA66}">
      <dgm:prSet/>
      <dgm:spPr/>
      <dgm:t>
        <a:bodyPr/>
        <a:lstStyle/>
        <a:p>
          <a:endParaRPr lang="en-US"/>
        </a:p>
      </dgm:t>
    </dgm:pt>
    <dgm:pt modelId="{ECFCB599-0707-4E10-89F0-F18428FBCB30}" type="parTrans" cxnId="{AE734AC7-F140-4D4E-95A1-B235939FFA66}">
      <dgm:prSet/>
      <dgm:spPr/>
      <dgm:t>
        <a:bodyPr/>
        <a:lstStyle/>
        <a:p>
          <a:endParaRPr lang="en-US"/>
        </a:p>
      </dgm:t>
    </dgm:pt>
    <dgm:pt modelId="{953880D9-0964-4841-B55D-701C535F5B1F}" type="pres">
      <dgm:prSet presAssocID="{D74D5DC0-D9D9-4503-8642-08D4BCF4E013}" presName="Name0" presStyleCnt="0">
        <dgm:presLayoutVars>
          <dgm:chPref val="1"/>
          <dgm:dir/>
          <dgm:animOne val="branch"/>
          <dgm:animLvl val="lvl"/>
          <dgm:resizeHandles val="exact"/>
        </dgm:presLayoutVars>
      </dgm:prSet>
      <dgm:spPr/>
    </dgm:pt>
    <dgm:pt modelId="{D057655F-19A2-4DC0-A6B5-7369B92C5A12}" type="pres">
      <dgm:prSet presAssocID="{26D6A9EB-EE33-400A-92A5-2865176408C5}" presName="root1" presStyleCnt="0"/>
      <dgm:spPr/>
    </dgm:pt>
    <dgm:pt modelId="{4F1717F9-6EF5-4289-9699-0CC788E4B44C}" type="pres">
      <dgm:prSet presAssocID="{26D6A9EB-EE33-400A-92A5-2865176408C5}" presName="LevelOneTextNode" presStyleLbl="node0" presStyleIdx="0" presStyleCnt="1" custFlipVert="1" custScaleX="12597">
        <dgm:presLayoutVars>
          <dgm:chPref val="3"/>
        </dgm:presLayoutVars>
      </dgm:prSet>
      <dgm:spPr/>
    </dgm:pt>
    <dgm:pt modelId="{4632EE95-D0B3-4845-9176-B50CC4540A4A}" type="pres">
      <dgm:prSet presAssocID="{26D6A9EB-EE33-400A-92A5-2865176408C5}" presName="level2hierChild" presStyleCnt="0"/>
      <dgm:spPr/>
    </dgm:pt>
    <dgm:pt modelId="{1D3A6D04-27DA-4A5B-8A90-524E784E68F9}" type="pres">
      <dgm:prSet presAssocID="{8A1DB1C2-9C90-4FB4-884F-0B9DA4E58662}" presName="conn2-1" presStyleLbl="parChTrans1D2" presStyleIdx="0" presStyleCnt="4"/>
      <dgm:spPr/>
    </dgm:pt>
    <dgm:pt modelId="{4AF8C505-0580-46C7-BE43-7541DDBEC9D7}" type="pres">
      <dgm:prSet presAssocID="{8A1DB1C2-9C90-4FB4-884F-0B9DA4E58662}" presName="connTx" presStyleLbl="parChTrans1D2" presStyleIdx="0" presStyleCnt="4"/>
      <dgm:spPr/>
    </dgm:pt>
    <dgm:pt modelId="{AFA5FD84-964E-465F-AF1C-D24410BBA45E}" type="pres">
      <dgm:prSet presAssocID="{27A382A0-A720-4655-A7E0-859CCAC7E022}" presName="root2" presStyleCnt="0"/>
      <dgm:spPr/>
    </dgm:pt>
    <dgm:pt modelId="{762E3E27-27ED-4DCC-9BAE-AEBFFE5EB760}" type="pres">
      <dgm:prSet presAssocID="{27A382A0-A720-4655-A7E0-859CCAC7E022}" presName="LevelTwoTextNode" presStyleLbl="node2" presStyleIdx="0" presStyleCnt="4" custScaleX="213306" custLinFactNeighborX="79">
        <dgm:presLayoutVars>
          <dgm:chPref val="3"/>
        </dgm:presLayoutVars>
      </dgm:prSet>
      <dgm:spPr/>
    </dgm:pt>
    <dgm:pt modelId="{F054C8D0-EC72-419E-960A-DB1259AF657E}" type="pres">
      <dgm:prSet presAssocID="{27A382A0-A720-4655-A7E0-859CCAC7E022}" presName="level3hierChild" presStyleCnt="0"/>
      <dgm:spPr/>
    </dgm:pt>
    <dgm:pt modelId="{C1901DE6-A5F6-4968-BA50-B60B132DBB95}" type="pres">
      <dgm:prSet presAssocID="{8F0CBC26-C34E-42AE-83C0-E7E19BE2223B}" presName="conn2-1" presStyleLbl="parChTrans1D2" presStyleIdx="1" presStyleCnt="4"/>
      <dgm:spPr/>
    </dgm:pt>
    <dgm:pt modelId="{11AD4EF0-D280-4F23-AD65-7D43CBD4A15E}" type="pres">
      <dgm:prSet presAssocID="{8F0CBC26-C34E-42AE-83C0-E7E19BE2223B}" presName="connTx" presStyleLbl="parChTrans1D2" presStyleIdx="1" presStyleCnt="4"/>
      <dgm:spPr/>
    </dgm:pt>
    <dgm:pt modelId="{D98802C1-92E4-49AC-959D-CB541F620371}" type="pres">
      <dgm:prSet presAssocID="{88EF65F8-93E8-4254-A453-B5BEFEECA8A7}" presName="root2" presStyleCnt="0"/>
      <dgm:spPr/>
    </dgm:pt>
    <dgm:pt modelId="{5E28485A-1E3A-4BB8-A23A-8A9B716DD005}" type="pres">
      <dgm:prSet presAssocID="{88EF65F8-93E8-4254-A453-B5BEFEECA8A7}" presName="LevelTwoTextNode" presStyleLbl="node2" presStyleIdx="1" presStyleCnt="4" custScaleX="213306">
        <dgm:presLayoutVars>
          <dgm:chPref val="3"/>
        </dgm:presLayoutVars>
      </dgm:prSet>
      <dgm:spPr/>
    </dgm:pt>
    <dgm:pt modelId="{F63FF83D-6CA2-4982-A24D-91134321BC42}" type="pres">
      <dgm:prSet presAssocID="{88EF65F8-93E8-4254-A453-B5BEFEECA8A7}" presName="level3hierChild" presStyleCnt="0"/>
      <dgm:spPr/>
    </dgm:pt>
    <dgm:pt modelId="{676F2D54-B244-4DEA-8256-11D5ED10957A}" type="pres">
      <dgm:prSet presAssocID="{C2D70EFD-9E12-4E8F-8DCC-62458CC845D9}" presName="conn2-1" presStyleLbl="parChTrans1D2" presStyleIdx="2" presStyleCnt="4"/>
      <dgm:spPr/>
    </dgm:pt>
    <dgm:pt modelId="{794053C2-8B13-499E-B438-169CAD6FC50E}" type="pres">
      <dgm:prSet presAssocID="{C2D70EFD-9E12-4E8F-8DCC-62458CC845D9}" presName="connTx" presStyleLbl="parChTrans1D2" presStyleIdx="2" presStyleCnt="4"/>
      <dgm:spPr/>
    </dgm:pt>
    <dgm:pt modelId="{5BF62F5C-A2C4-4EBC-9F09-8AB815998D45}" type="pres">
      <dgm:prSet presAssocID="{68597DD9-23A6-42AC-9A50-3EAFB4B135C4}" presName="root2" presStyleCnt="0"/>
      <dgm:spPr/>
    </dgm:pt>
    <dgm:pt modelId="{FF0F55D6-885A-4E46-BF11-B5E7A7A29D09}" type="pres">
      <dgm:prSet presAssocID="{68597DD9-23A6-42AC-9A50-3EAFB4B135C4}" presName="LevelTwoTextNode" presStyleLbl="node2" presStyleIdx="2" presStyleCnt="4" custScaleX="213306">
        <dgm:presLayoutVars>
          <dgm:chPref val="3"/>
        </dgm:presLayoutVars>
      </dgm:prSet>
      <dgm:spPr/>
    </dgm:pt>
    <dgm:pt modelId="{039B79D8-DD3F-4600-9E7C-A336A4619584}" type="pres">
      <dgm:prSet presAssocID="{68597DD9-23A6-42AC-9A50-3EAFB4B135C4}" presName="level3hierChild" presStyleCnt="0"/>
      <dgm:spPr/>
    </dgm:pt>
    <dgm:pt modelId="{AC530627-0D62-4B33-A1EB-F1169C7150BB}" type="pres">
      <dgm:prSet presAssocID="{CBDF48D5-0540-4256-8A42-3F9A39CD0CC3}" presName="conn2-1" presStyleLbl="parChTrans1D2" presStyleIdx="3" presStyleCnt="4"/>
      <dgm:spPr/>
    </dgm:pt>
    <dgm:pt modelId="{10329A90-337F-44AE-BDE0-237909DEE4B2}" type="pres">
      <dgm:prSet presAssocID="{CBDF48D5-0540-4256-8A42-3F9A39CD0CC3}" presName="connTx" presStyleLbl="parChTrans1D2" presStyleIdx="3" presStyleCnt="4"/>
      <dgm:spPr/>
    </dgm:pt>
    <dgm:pt modelId="{CDF6409A-B4C3-4988-AE50-CEA4734F1626}" type="pres">
      <dgm:prSet presAssocID="{37110E60-7BCF-41E4-BFB6-4C398C88ED51}" presName="root2" presStyleCnt="0"/>
      <dgm:spPr/>
    </dgm:pt>
    <dgm:pt modelId="{DA0D7DB1-D437-4C06-A7AA-E23FB1BA15EF}" type="pres">
      <dgm:prSet presAssocID="{37110E60-7BCF-41E4-BFB6-4C398C88ED51}" presName="LevelTwoTextNode" presStyleLbl="node2" presStyleIdx="3" presStyleCnt="4" custScaleX="213306">
        <dgm:presLayoutVars>
          <dgm:chPref val="3"/>
        </dgm:presLayoutVars>
      </dgm:prSet>
      <dgm:spPr/>
    </dgm:pt>
    <dgm:pt modelId="{A3D2F5A1-0A55-47F2-BE83-EFB997723E15}" type="pres">
      <dgm:prSet presAssocID="{37110E60-7BCF-41E4-BFB6-4C398C88ED51}" presName="level3hierChild" presStyleCnt="0"/>
      <dgm:spPr/>
    </dgm:pt>
  </dgm:ptLst>
  <dgm:cxnLst>
    <dgm:cxn modelId="{7EFACA10-4DFF-43B1-AA97-0C323551A97D}" type="presOf" srcId="{8F0CBC26-C34E-42AE-83C0-E7E19BE2223B}" destId="{C1901DE6-A5F6-4968-BA50-B60B132DBB95}" srcOrd="0" destOrd="0" presId="urn:microsoft.com/office/officeart/2008/layout/HorizontalMultiLevelHierarchy"/>
    <dgm:cxn modelId="{BB33801B-28BE-4190-960B-559427C18241}" type="presOf" srcId="{68597DD9-23A6-42AC-9A50-3EAFB4B135C4}" destId="{FF0F55D6-885A-4E46-BF11-B5E7A7A29D09}" srcOrd="0" destOrd="0" presId="urn:microsoft.com/office/officeart/2008/layout/HorizontalMultiLevelHierarchy"/>
    <dgm:cxn modelId="{324B2132-4004-4A76-A743-8E99EAB7D9E6}" srcId="{26D6A9EB-EE33-400A-92A5-2865176408C5}" destId="{27A382A0-A720-4655-A7E0-859CCAC7E022}" srcOrd="0" destOrd="0" parTransId="{8A1DB1C2-9C90-4FB4-884F-0B9DA4E58662}" sibTransId="{088AC2C9-E3CD-413F-9E2E-7F746F957336}"/>
    <dgm:cxn modelId="{E4BCB53E-71ED-4566-9BDD-08B8CEF21403}" srcId="{26D6A9EB-EE33-400A-92A5-2865176408C5}" destId="{68597DD9-23A6-42AC-9A50-3EAFB4B135C4}" srcOrd="2" destOrd="0" parTransId="{C2D70EFD-9E12-4E8F-8DCC-62458CC845D9}" sibTransId="{C60007BD-3AA6-4C52-B251-BB8D3194247C}"/>
    <dgm:cxn modelId="{6D03944C-3511-45AC-8167-0E3CF1CF1727}" type="presOf" srcId="{C2D70EFD-9E12-4E8F-8DCC-62458CC845D9}" destId="{794053C2-8B13-499E-B438-169CAD6FC50E}" srcOrd="1" destOrd="0" presId="urn:microsoft.com/office/officeart/2008/layout/HorizontalMultiLevelHierarchy"/>
    <dgm:cxn modelId="{07101D54-4A29-4EEA-8440-AA594DEBFF05}" type="presOf" srcId="{CBDF48D5-0540-4256-8A42-3F9A39CD0CC3}" destId="{AC530627-0D62-4B33-A1EB-F1169C7150BB}" srcOrd="0" destOrd="0" presId="urn:microsoft.com/office/officeart/2008/layout/HorizontalMultiLevelHierarchy"/>
    <dgm:cxn modelId="{E5988658-E9DA-4CEC-A43E-410386931D3C}" type="presOf" srcId="{27A382A0-A720-4655-A7E0-859CCAC7E022}" destId="{762E3E27-27ED-4DCC-9BAE-AEBFFE5EB760}" srcOrd="0" destOrd="0" presId="urn:microsoft.com/office/officeart/2008/layout/HorizontalMultiLevelHierarchy"/>
    <dgm:cxn modelId="{A110E486-788B-4F0A-AC0A-0C28DAE57A34}" type="presOf" srcId="{8F0CBC26-C34E-42AE-83C0-E7E19BE2223B}" destId="{11AD4EF0-D280-4F23-AD65-7D43CBD4A15E}" srcOrd="1" destOrd="0" presId="urn:microsoft.com/office/officeart/2008/layout/HorizontalMultiLevelHierarchy"/>
    <dgm:cxn modelId="{ACBB608A-C2EB-44D7-8A71-B304781CAC3F}" type="presOf" srcId="{CBDF48D5-0540-4256-8A42-3F9A39CD0CC3}" destId="{10329A90-337F-44AE-BDE0-237909DEE4B2}" srcOrd="1" destOrd="0" presId="urn:microsoft.com/office/officeart/2008/layout/HorizontalMultiLevelHierarchy"/>
    <dgm:cxn modelId="{8B1A7F8B-519F-4F8F-A7EA-60ECE16A4124}" srcId="{26D6A9EB-EE33-400A-92A5-2865176408C5}" destId="{37110E60-7BCF-41E4-BFB6-4C398C88ED51}" srcOrd="3" destOrd="0" parTransId="{CBDF48D5-0540-4256-8A42-3F9A39CD0CC3}" sibTransId="{31BF2B10-12A8-4A4B-B956-7832B14EB4C8}"/>
    <dgm:cxn modelId="{62AFCCB0-7F50-4843-90B6-9F072CA1A2AC}" type="presOf" srcId="{8A1DB1C2-9C90-4FB4-884F-0B9DA4E58662}" destId="{1D3A6D04-27DA-4A5B-8A90-524E784E68F9}" srcOrd="0" destOrd="0" presId="urn:microsoft.com/office/officeart/2008/layout/HorizontalMultiLevelHierarchy"/>
    <dgm:cxn modelId="{37E599B2-E16C-45BD-B28A-229AE56FCFA2}" type="presOf" srcId="{26D6A9EB-EE33-400A-92A5-2865176408C5}" destId="{4F1717F9-6EF5-4289-9699-0CC788E4B44C}" srcOrd="0" destOrd="0" presId="urn:microsoft.com/office/officeart/2008/layout/HorizontalMultiLevelHierarchy"/>
    <dgm:cxn modelId="{7A7F3DB7-AD88-4538-91F1-E3ADC0118055}" type="presOf" srcId="{D74D5DC0-D9D9-4503-8642-08D4BCF4E013}" destId="{953880D9-0964-4841-B55D-701C535F5B1F}" srcOrd="0" destOrd="0" presId="urn:microsoft.com/office/officeart/2008/layout/HorizontalMultiLevelHierarchy"/>
    <dgm:cxn modelId="{CF9DB4BD-8700-4F8A-9441-0D6D25AE47C4}" type="presOf" srcId="{37110E60-7BCF-41E4-BFB6-4C398C88ED51}" destId="{DA0D7DB1-D437-4C06-A7AA-E23FB1BA15EF}" srcOrd="0" destOrd="0" presId="urn:microsoft.com/office/officeart/2008/layout/HorizontalMultiLevelHierarchy"/>
    <dgm:cxn modelId="{AE734AC7-F140-4D4E-95A1-B235939FFA66}" srcId="{D74D5DC0-D9D9-4503-8642-08D4BCF4E013}" destId="{26D6A9EB-EE33-400A-92A5-2865176408C5}" srcOrd="0" destOrd="0" parTransId="{ECFCB599-0707-4E10-89F0-F18428FBCB30}" sibTransId="{9DCD1110-6C78-4C86-8AEB-9C03F29EADFA}"/>
    <dgm:cxn modelId="{49CBD5D0-49BB-4302-9C53-ABA1644A2474}" srcId="{26D6A9EB-EE33-400A-92A5-2865176408C5}" destId="{88EF65F8-93E8-4254-A453-B5BEFEECA8A7}" srcOrd="1" destOrd="0" parTransId="{8F0CBC26-C34E-42AE-83C0-E7E19BE2223B}" sibTransId="{8E9A2D60-74FF-4E40-B3A0-107B99240BEB}"/>
    <dgm:cxn modelId="{2AB72FD9-1266-494C-AD8D-884C9D04E3E7}" type="presOf" srcId="{C2D70EFD-9E12-4E8F-8DCC-62458CC845D9}" destId="{676F2D54-B244-4DEA-8256-11D5ED10957A}" srcOrd="0" destOrd="0" presId="urn:microsoft.com/office/officeart/2008/layout/HorizontalMultiLevelHierarchy"/>
    <dgm:cxn modelId="{E75894DC-8946-44C1-B59B-F975FEC7BCA8}" type="presOf" srcId="{88EF65F8-93E8-4254-A453-B5BEFEECA8A7}" destId="{5E28485A-1E3A-4BB8-A23A-8A9B716DD005}" srcOrd="0" destOrd="0" presId="urn:microsoft.com/office/officeart/2008/layout/HorizontalMultiLevelHierarchy"/>
    <dgm:cxn modelId="{E2ACD3E1-C2CE-4319-8D01-8DBB572705EF}" type="presOf" srcId="{8A1DB1C2-9C90-4FB4-884F-0B9DA4E58662}" destId="{4AF8C505-0580-46C7-BE43-7541DDBEC9D7}" srcOrd="1" destOrd="0" presId="urn:microsoft.com/office/officeart/2008/layout/HorizontalMultiLevelHierarchy"/>
    <dgm:cxn modelId="{074A89FD-DB10-4854-B8A6-26F298606FA9}" type="presParOf" srcId="{953880D9-0964-4841-B55D-701C535F5B1F}" destId="{D057655F-19A2-4DC0-A6B5-7369B92C5A12}" srcOrd="0" destOrd="0" presId="urn:microsoft.com/office/officeart/2008/layout/HorizontalMultiLevelHierarchy"/>
    <dgm:cxn modelId="{63E38AFC-6E91-403A-A546-16D64324D942}" type="presParOf" srcId="{D057655F-19A2-4DC0-A6B5-7369B92C5A12}" destId="{4F1717F9-6EF5-4289-9699-0CC788E4B44C}" srcOrd="0" destOrd="0" presId="urn:microsoft.com/office/officeart/2008/layout/HorizontalMultiLevelHierarchy"/>
    <dgm:cxn modelId="{D6FBAAFD-B076-4184-A094-2E275A5ED1DE}" type="presParOf" srcId="{D057655F-19A2-4DC0-A6B5-7369B92C5A12}" destId="{4632EE95-D0B3-4845-9176-B50CC4540A4A}" srcOrd="1" destOrd="0" presId="urn:microsoft.com/office/officeart/2008/layout/HorizontalMultiLevelHierarchy"/>
    <dgm:cxn modelId="{94310E1C-D03D-46EA-822D-A2F5F5EC9D27}" type="presParOf" srcId="{4632EE95-D0B3-4845-9176-B50CC4540A4A}" destId="{1D3A6D04-27DA-4A5B-8A90-524E784E68F9}" srcOrd="0" destOrd="0" presId="urn:microsoft.com/office/officeart/2008/layout/HorizontalMultiLevelHierarchy"/>
    <dgm:cxn modelId="{9F5BC985-0C6F-4485-8E8D-CAA7C4195CFE}" type="presParOf" srcId="{1D3A6D04-27DA-4A5B-8A90-524E784E68F9}" destId="{4AF8C505-0580-46C7-BE43-7541DDBEC9D7}" srcOrd="0" destOrd="0" presId="urn:microsoft.com/office/officeart/2008/layout/HorizontalMultiLevelHierarchy"/>
    <dgm:cxn modelId="{EF09D81A-2DC7-406A-9047-B62262C41366}" type="presParOf" srcId="{4632EE95-D0B3-4845-9176-B50CC4540A4A}" destId="{AFA5FD84-964E-465F-AF1C-D24410BBA45E}" srcOrd="1" destOrd="0" presId="urn:microsoft.com/office/officeart/2008/layout/HorizontalMultiLevelHierarchy"/>
    <dgm:cxn modelId="{F3076F9B-BA14-40C3-9A79-5A01FAA9191E}" type="presParOf" srcId="{AFA5FD84-964E-465F-AF1C-D24410BBA45E}" destId="{762E3E27-27ED-4DCC-9BAE-AEBFFE5EB760}" srcOrd="0" destOrd="0" presId="urn:microsoft.com/office/officeart/2008/layout/HorizontalMultiLevelHierarchy"/>
    <dgm:cxn modelId="{1A174990-6E4B-4215-9AB4-8A66F0CC6FD6}" type="presParOf" srcId="{AFA5FD84-964E-465F-AF1C-D24410BBA45E}" destId="{F054C8D0-EC72-419E-960A-DB1259AF657E}" srcOrd="1" destOrd="0" presId="urn:microsoft.com/office/officeart/2008/layout/HorizontalMultiLevelHierarchy"/>
    <dgm:cxn modelId="{CC730530-2202-4742-8EDF-C8F85873E2E4}" type="presParOf" srcId="{4632EE95-D0B3-4845-9176-B50CC4540A4A}" destId="{C1901DE6-A5F6-4968-BA50-B60B132DBB95}" srcOrd="2" destOrd="0" presId="urn:microsoft.com/office/officeart/2008/layout/HorizontalMultiLevelHierarchy"/>
    <dgm:cxn modelId="{F6467BB2-5ECD-47D8-8C1C-6B9EF1E700AB}" type="presParOf" srcId="{C1901DE6-A5F6-4968-BA50-B60B132DBB95}" destId="{11AD4EF0-D280-4F23-AD65-7D43CBD4A15E}" srcOrd="0" destOrd="0" presId="urn:microsoft.com/office/officeart/2008/layout/HorizontalMultiLevelHierarchy"/>
    <dgm:cxn modelId="{021761B9-F99E-4422-BD1C-3A0AA6DA9334}" type="presParOf" srcId="{4632EE95-D0B3-4845-9176-B50CC4540A4A}" destId="{D98802C1-92E4-49AC-959D-CB541F620371}" srcOrd="3" destOrd="0" presId="urn:microsoft.com/office/officeart/2008/layout/HorizontalMultiLevelHierarchy"/>
    <dgm:cxn modelId="{251464E6-20D0-43B0-ADC4-193C63D2C13F}" type="presParOf" srcId="{D98802C1-92E4-49AC-959D-CB541F620371}" destId="{5E28485A-1E3A-4BB8-A23A-8A9B716DD005}" srcOrd="0" destOrd="0" presId="urn:microsoft.com/office/officeart/2008/layout/HorizontalMultiLevelHierarchy"/>
    <dgm:cxn modelId="{DD96799D-6C59-4928-AE69-70FBD0EE33B1}" type="presParOf" srcId="{D98802C1-92E4-49AC-959D-CB541F620371}" destId="{F63FF83D-6CA2-4982-A24D-91134321BC42}" srcOrd="1" destOrd="0" presId="urn:microsoft.com/office/officeart/2008/layout/HorizontalMultiLevelHierarchy"/>
    <dgm:cxn modelId="{FA392640-B179-437F-B5F9-E0CFE738AE44}" type="presParOf" srcId="{4632EE95-D0B3-4845-9176-B50CC4540A4A}" destId="{676F2D54-B244-4DEA-8256-11D5ED10957A}" srcOrd="4" destOrd="0" presId="urn:microsoft.com/office/officeart/2008/layout/HorizontalMultiLevelHierarchy"/>
    <dgm:cxn modelId="{A93BEA46-0731-4E1C-92FA-CAD6CEE93B30}" type="presParOf" srcId="{676F2D54-B244-4DEA-8256-11D5ED10957A}" destId="{794053C2-8B13-499E-B438-169CAD6FC50E}" srcOrd="0" destOrd="0" presId="urn:microsoft.com/office/officeart/2008/layout/HorizontalMultiLevelHierarchy"/>
    <dgm:cxn modelId="{72F3DC69-4948-4B69-A428-9605CF63A1E0}" type="presParOf" srcId="{4632EE95-D0B3-4845-9176-B50CC4540A4A}" destId="{5BF62F5C-A2C4-4EBC-9F09-8AB815998D45}" srcOrd="5" destOrd="0" presId="urn:microsoft.com/office/officeart/2008/layout/HorizontalMultiLevelHierarchy"/>
    <dgm:cxn modelId="{6B83E68B-1FDA-4C22-81BE-9F6E7B98EA5D}" type="presParOf" srcId="{5BF62F5C-A2C4-4EBC-9F09-8AB815998D45}" destId="{FF0F55D6-885A-4E46-BF11-B5E7A7A29D09}" srcOrd="0" destOrd="0" presId="urn:microsoft.com/office/officeart/2008/layout/HorizontalMultiLevelHierarchy"/>
    <dgm:cxn modelId="{5234EC35-B2EE-4464-A9B8-968D7CF5ABD0}" type="presParOf" srcId="{5BF62F5C-A2C4-4EBC-9F09-8AB815998D45}" destId="{039B79D8-DD3F-4600-9E7C-A336A4619584}" srcOrd="1" destOrd="0" presId="urn:microsoft.com/office/officeart/2008/layout/HorizontalMultiLevelHierarchy"/>
    <dgm:cxn modelId="{08F5CD77-F968-4BB9-8EF6-B437C0823458}" type="presParOf" srcId="{4632EE95-D0B3-4845-9176-B50CC4540A4A}" destId="{AC530627-0D62-4B33-A1EB-F1169C7150BB}" srcOrd="6" destOrd="0" presId="urn:microsoft.com/office/officeart/2008/layout/HorizontalMultiLevelHierarchy"/>
    <dgm:cxn modelId="{9AE1214B-E477-4CA1-A346-3526E7D2FF85}" type="presParOf" srcId="{AC530627-0D62-4B33-A1EB-F1169C7150BB}" destId="{10329A90-337F-44AE-BDE0-237909DEE4B2}" srcOrd="0" destOrd="0" presId="urn:microsoft.com/office/officeart/2008/layout/HorizontalMultiLevelHierarchy"/>
    <dgm:cxn modelId="{A8CD9A3C-CE37-4B17-BB5B-7D65105406E8}" type="presParOf" srcId="{4632EE95-D0B3-4845-9176-B50CC4540A4A}" destId="{CDF6409A-B4C3-4988-AE50-CEA4734F1626}" srcOrd="7" destOrd="0" presId="urn:microsoft.com/office/officeart/2008/layout/HorizontalMultiLevelHierarchy"/>
    <dgm:cxn modelId="{49F00345-77FF-4451-8141-BDBD7C3726F8}" type="presParOf" srcId="{CDF6409A-B4C3-4988-AE50-CEA4734F1626}" destId="{DA0D7DB1-D437-4C06-A7AA-E23FB1BA15EF}" srcOrd="0" destOrd="0" presId="urn:microsoft.com/office/officeart/2008/layout/HorizontalMultiLevelHierarchy"/>
    <dgm:cxn modelId="{A61D221A-15B8-46C7-89C7-FD82F96AF1A3}" type="presParOf" srcId="{CDF6409A-B4C3-4988-AE50-CEA4734F1626}" destId="{A3D2F5A1-0A55-47F2-BE83-EFB997723E15}"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61D0E1A-257F-440E-A767-B6296F35CDD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363B49A9-4FF1-4602-AAF1-4060C0E47EF2}">
      <dgm:prSet phldrT="[Text]" custT="1"/>
      <dgm:spPr/>
      <dgm:t>
        <a:bodyPr/>
        <a:lstStyle/>
        <a:p>
          <a:r>
            <a:rPr lang="en-US" sz="2600" b="1" i="0" dirty="0"/>
            <a:t>1</a:t>
          </a:r>
          <a:r>
            <a:rPr lang="en-US" sz="2400" b="1" i="0" dirty="0"/>
            <a:t>. </a:t>
          </a:r>
          <a:r>
            <a:rPr lang="en-US" sz="2400" b="1" i="0" dirty="0" err="1"/>
            <a:t>Sử</a:t>
          </a:r>
          <a:r>
            <a:rPr lang="en-US" sz="2400" b="1" i="0" dirty="0"/>
            <a:t> </a:t>
          </a:r>
          <a:r>
            <a:rPr lang="en-US" sz="2400" b="1" i="0" dirty="0" err="1"/>
            <a:t>dụng</a:t>
          </a:r>
          <a:r>
            <a:rPr lang="en-US" sz="2400" b="1" i="0" dirty="0"/>
            <a:t> KEYPAD</a:t>
          </a:r>
          <a:endParaRPr lang="en-US" sz="2600" dirty="0"/>
        </a:p>
      </dgm:t>
    </dgm:pt>
    <dgm:pt modelId="{70DBD430-DF18-439C-8015-1058053CA8ED}" type="parTrans" cxnId="{905281D8-CB11-4A23-998D-15338ED911F2}">
      <dgm:prSet/>
      <dgm:spPr/>
      <dgm:t>
        <a:bodyPr/>
        <a:lstStyle/>
        <a:p>
          <a:endParaRPr lang="en-US"/>
        </a:p>
      </dgm:t>
    </dgm:pt>
    <dgm:pt modelId="{3DBBDF39-9919-4424-8D0A-6A6696E7F59B}" type="sibTrans" cxnId="{905281D8-CB11-4A23-998D-15338ED911F2}">
      <dgm:prSet/>
      <dgm:spPr/>
      <dgm:t>
        <a:bodyPr/>
        <a:lstStyle/>
        <a:p>
          <a:endParaRPr lang="en-US"/>
        </a:p>
      </dgm:t>
    </dgm:pt>
    <dgm:pt modelId="{73791F0F-92E7-4599-B17C-A0C1B4043239}">
      <dgm:prSet phldrT="[Text]" custT="1"/>
      <dgm:spPr/>
      <dgm:t>
        <a:bodyPr/>
        <a:lstStyle/>
        <a:p>
          <a:pPr>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Nhập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mật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khẩu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cửa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dễ</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dàng</a:t>
          </a:r>
          <a:r>
            <a:rPr lang="en-US" sz="1600" dirty="0">
              <a:latin typeface="Times New Roman" panose="02020603050405020304" pitchFamily="18" charset="0"/>
              <a:cs typeface="Times New Roman" panose="02020603050405020304" pitchFamily="18" charset="0"/>
            </a:rPr>
            <a:t>.</a:t>
          </a:r>
        </a:p>
      </dgm:t>
    </dgm:pt>
    <dgm:pt modelId="{DC915808-5BFA-4C76-8935-CBD7F129A1BD}" type="parTrans" cxnId="{F906F56C-300E-4753-BAFA-A40DBC5C92B2}">
      <dgm:prSet/>
      <dgm:spPr/>
      <dgm:t>
        <a:bodyPr/>
        <a:lstStyle/>
        <a:p>
          <a:endParaRPr lang="en-US"/>
        </a:p>
      </dgm:t>
    </dgm:pt>
    <dgm:pt modelId="{A1AFA8BE-E9AC-4E72-8FA6-291F31C7342A}" type="sibTrans" cxnId="{F906F56C-300E-4753-BAFA-A40DBC5C92B2}">
      <dgm:prSet/>
      <dgm:spPr/>
      <dgm:t>
        <a:bodyPr/>
        <a:lstStyle/>
        <a:p>
          <a:endParaRPr lang="en-US"/>
        </a:p>
      </dgm:t>
    </dgm:pt>
    <dgm:pt modelId="{9F9686EE-737A-48AD-A331-6EC47C571BF9}">
      <dgm:prSet phldrT="[Text]" custT="1"/>
      <dgm:spPr/>
      <dgm:t>
        <a:bodyPr/>
        <a:lstStyle/>
        <a:p>
          <a:r>
            <a:rPr lang="en-US" sz="2400" b="1" i="0" dirty="0"/>
            <a:t>2. </a:t>
          </a:r>
          <a:r>
            <a:rPr lang="en-US" sz="2400" b="1" i="0" dirty="0" err="1"/>
            <a:t>Sử</a:t>
          </a:r>
          <a:r>
            <a:rPr lang="en-US" sz="2400" b="1" i="0" dirty="0"/>
            <a:t> </a:t>
          </a:r>
          <a:r>
            <a:rPr lang="en-US" sz="2400" b="1" i="0" dirty="0" err="1"/>
            <a:t>dụng</a:t>
          </a:r>
          <a:r>
            <a:rPr lang="en-US" sz="2400" b="1" i="0" dirty="0"/>
            <a:t> </a:t>
          </a:r>
          <a:r>
            <a:rPr lang="en-US" sz="2400" b="1" i="0" dirty="0" err="1"/>
            <a:t>thẻ</a:t>
          </a:r>
          <a:r>
            <a:rPr lang="en-US" sz="2400" b="1" i="0" dirty="0"/>
            <a:t> RFID</a:t>
          </a:r>
          <a:endParaRPr lang="en-US" sz="2400" dirty="0"/>
        </a:p>
      </dgm:t>
    </dgm:pt>
    <dgm:pt modelId="{02902738-75AE-4645-A1E0-4D29C3FA1E35}" type="parTrans" cxnId="{AFEE5A74-B4D3-419B-BDCD-536F1D19F88B}">
      <dgm:prSet/>
      <dgm:spPr/>
      <dgm:t>
        <a:bodyPr/>
        <a:lstStyle/>
        <a:p>
          <a:endParaRPr lang="en-US"/>
        </a:p>
      </dgm:t>
    </dgm:pt>
    <dgm:pt modelId="{E2FD430F-6DBC-4044-A6E1-FBA981C11CE1}" type="sibTrans" cxnId="{AFEE5A74-B4D3-419B-BDCD-536F1D19F88B}">
      <dgm:prSet/>
      <dgm:spPr/>
      <dgm:t>
        <a:bodyPr/>
        <a:lstStyle/>
        <a:p>
          <a:endParaRPr lang="en-US"/>
        </a:p>
      </dgm:t>
    </dgm:pt>
    <dgm:pt modelId="{B6AC3F3F-5574-46CF-8603-E2B07B989187}">
      <dgm:prSet phldrT="[Text]" custT="1"/>
      <dgm:spPr/>
      <dgm:t>
        <a:bodyPr/>
        <a:lstStyle/>
        <a:p>
          <a:pPr>
            <a:buFont typeface="Arial" panose="020B0604020202020204" pitchFamily="34" charset="0"/>
            <a:buChar char="•"/>
          </a:pPr>
          <a:r>
            <a:rPr lang="en-US" sz="1600" b="0" i="0" dirty="0" err="1">
              <a:latin typeface="Times New Roman" panose="02020603050405020304" pitchFamily="18" charset="0"/>
              <a:cs typeface="Times New Roman" panose="02020603050405020304" pitchFamily="18" charset="0"/>
            </a:rPr>
            <a:t>Chỉ</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cần</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quẹt</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thẻ</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vào</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hệ</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thống</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cảm</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biến</a:t>
          </a:r>
          <a:r>
            <a:rPr lang="en-US" sz="1600" b="0" i="0" dirty="0">
              <a:latin typeface="Times New Roman" panose="02020603050405020304" pitchFamily="18" charset="0"/>
              <a:cs typeface="Times New Roman" panose="02020603050405020304" pitchFamily="18" charset="0"/>
            </a:rPr>
            <a:t> , </a:t>
          </a:r>
          <a:r>
            <a:rPr lang="en-US" sz="1600" b="0" i="0" dirty="0" err="1">
              <a:latin typeface="Times New Roman" panose="02020603050405020304" pitchFamily="18" charset="0"/>
              <a:cs typeface="Times New Roman" panose="02020603050405020304" pitchFamily="18" charset="0"/>
            </a:rPr>
            <a:t>cửa</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sẽ</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tự</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động</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mở</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trong</a:t>
          </a:r>
          <a:r>
            <a:rPr lang="en-US" sz="1600" b="0" i="0" dirty="0">
              <a:latin typeface="Times New Roman" panose="02020603050405020304" pitchFamily="18" charset="0"/>
              <a:cs typeface="Times New Roman" panose="02020603050405020304" pitchFamily="18" charset="0"/>
            </a:rPr>
            <a:t> 3s.</a:t>
          </a:r>
          <a:endParaRPr lang="en-US" sz="1600" b="0" dirty="0">
            <a:latin typeface="Times New Roman" panose="02020603050405020304" pitchFamily="18" charset="0"/>
            <a:cs typeface="Times New Roman" panose="02020603050405020304" pitchFamily="18" charset="0"/>
          </a:endParaRPr>
        </a:p>
      </dgm:t>
    </dgm:pt>
    <dgm:pt modelId="{FE3648F0-1D7B-4311-B8B4-5C4252185568}" type="parTrans" cxnId="{B8A298AE-9FB5-4934-B680-289A2B8F13AF}">
      <dgm:prSet/>
      <dgm:spPr/>
      <dgm:t>
        <a:bodyPr/>
        <a:lstStyle/>
        <a:p>
          <a:endParaRPr lang="en-US"/>
        </a:p>
      </dgm:t>
    </dgm:pt>
    <dgm:pt modelId="{61803F0B-B915-4186-A6FE-961EB2C78EE0}" type="sibTrans" cxnId="{B8A298AE-9FB5-4934-B680-289A2B8F13AF}">
      <dgm:prSet/>
      <dgm:spPr/>
      <dgm:t>
        <a:bodyPr/>
        <a:lstStyle/>
        <a:p>
          <a:endParaRPr lang="en-US"/>
        </a:p>
      </dgm:t>
    </dgm:pt>
    <dgm:pt modelId="{91BB7D6C-ABA3-4243-A416-F885708B740F}">
      <dgm:prSet phldrT="[Text]" custT="1"/>
      <dgm:spPr/>
      <dgm:t>
        <a:bodyPr/>
        <a:lstStyle/>
        <a:p>
          <a:r>
            <a:rPr lang="en-US" sz="2400" b="1" i="0" dirty="0"/>
            <a:t>3. </a:t>
          </a:r>
          <a:r>
            <a:rPr lang="en-US" sz="2400" b="1" i="0" dirty="0" err="1"/>
            <a:t>Điều</a:t>
          </a:r>
          <a:r>
            <a:rPr lang="en-US" sz="2400" b="1" i="0" dirty="0"/>
            <a:t> </a:t>
          </a:r>
          <a:r>
            <a:rPr lang="en-US" sz="2400" b="1" i="0" dirty="0" err="1"/>
            <a:t>khiển</a:t>
          </a:r>
          <a:r>
            <a:rPr lang="en-US" sz="2400" b="1" i="0" dirty="0"/>
            <a:t> </a:t>
          </a:r>
          <a:r>
            <a:rPr lang="en-US" sz="2400" b="1" i="0" dirty="0" err="1"/>
            <a:t>và</a:t>
          </a:r>
          <a:r>
            <a:rPr lang="en-US" sz="2400" b="1" i="0" dirty="0"/>
            <a:t> </a:t>
          </a:r>
          <a:r>
            <a:rPr lang="en-US" sz="2400" b="1" i="0" dirty="0" err="1"/>
            <a:t>theo</a:t>
          </a:r>
          <a:r>
            <a:rPr lang="en-US" sz="2400" b="1" i="0" dirty="0"/>
            <a:t> </a:t>
          </a:r>
          <a:r>
            <a:rPr lang="en-US" sz="2400" b="1" i="0" dirty="0" err="1"/>
            <a:t>dõi</a:t>
          </a:r>
          <a:r>
            <a:rPr lang="en-US" sz="2400" b="1" i="0" dirty="0"/>
            <a:t> </a:t>
          </a:r>
          <a:r>
            <a:rPr lang="en-US" sz="2400" b="1" i="0" dirty="0" err="1"/>
            <a:t>người</a:t>
          </a:r>
          <a:r>
            <a:rPr lang="en-US" sz="2400" b="1" i="0" dirty="0"/>
            <a:t> dung </a:t>
          </a:r>
          <a:r>
            <a:rPr lang="en-US" sz="2400" b="1" i="0" dirty="0" err="1"/>
            <a:t>từ</a:t>
          </a:r>
          <a:r>
            <a:rPr lang="en-US" sz="2400" b="1" i="0" dirty="0"/>
            <a:t> </a:t>
          </a:r>
          <a:r>
            <a:rPr lang="en-US" sz="2400" b="1" i="0" dirty="0" err="1"/>
            <a:t>xa</a:t>
          </a:r>
          <a:endParaRPr lang="en-US" sz="2400" dirty="0"/>
        </a:p>
      </dgm:t>
    </dgm:pt>
    <dgm:pt modelId="{333E8515-4C75-42CF-B114-3E305A78D88F}" type="parTrans" cxnId="{97B7F631-45D4-4EC6-9FC6-0B4A72A3D706}">
      <dgm:prSet/>
      <dgm:spPr/>
      <dgm:t>
        <a:bodyPr/>
        <a:lstStyle/>
        <a:p>
          <a:endParaRPr lang="en-US"/>
        </a:p>
      </dgm:t>
    </dgm:pt>
    <dgm:pt modelId="{F65AEA9C-94F1-4377-8205-FEE7B7B3A0DA}" type="sibTrans" cxnId="{97B7F631-45D4-4EC6-9FC6-0B4A72A3D706}">
      <dgm:prSet/>
      <dgm:spPr/>
      <dgm:t>
        <a:bodyPr/>
        <a:lstStyle/>
        <a:p>
          <a:endParaRPr lang="en-US"/>
        </a:p>
      </dgm:t>
    </dgm:pt>
    <dgm:pt modelId="{E7D77774-06C8-45A6-BE8B-C64374BC5FC7}">
      <dgm:prSet phldrT="[Text]" custT="1"/>
      <dgm:spPr/>
      <dgm:t>
        <a:bodyPr/>
        <a:lstStyle/>
        <a:p>
          <a:r>
            <a:rPr lang="en-US" sz="1700" dirty="0" err="1">
              <a:latin typeface="Tw Cen MT (Body)"/>
            </a:rPr>
            <a:t>Điều</a:t>
          </a:r>
          <a:r>
            <a:rPr lang="en-US" sz="1700" dirty="0">
              <a:latin typeface="Tw Cen MT (Body)"/>
            </a:rPr>
            <a:t> </a:t>
          </a:r>
          <a:r>
            <a:rPr lang="en-US" sz="1700" dirty="0" err="1">
              <a:latin typeface="Tw Cen MT (Body)"/>
            </a:rPr>
            <a:t>khiển</a:t>
          </a:r>
          <a:r>
            <a:rPr lang="en-US" sz="1700" dirty="0">
              <a:latin typeface="Tw Cen MT (Body)"/>
            </a:rPr>
            <a:t> </a:t>
          </a:r>
          <a:r>
            <a:rPr lang="en-US" sz="1700" dirty="0" err="1">
              <a:latin typeface="Tw Cen MT (Body)"/>
            </a:rPr>
            <a:t>cửa</a:t>
          </a:r>
          <a:r>
            <a:rPr lang="en-US" sz="1700" dirty="0">
              <a:latin typeface="Tw Cen MT (Body)"/>
            </a:rPr>
            <a:t> </a:t>
          </a:r>
          <a:r>
            <a:rPr lang="en-US" sz="1700" dirty="0" err="1">
              <a:latin typeface="Tw Cen MT (Body)"/>
            </a:rPr>
            <a:t>thông</a:t>
          </a:r>
          <a:r>
            <a:rPr lang="en-US" sz="1700" dirty="0">
              <a:latin typeface="Tw Cen MT (Body)"/>
            </a:rPr>
            <a:t> </a:t>
          </a:r>
          <a:r>
            <a:rPr lang="en-US" sz="1700" dirty="0" err="1">
              <a:latin typeface="Tw Cen MT (Body)"/>
            </a:rPr>
            <a:t>minh</a:t>
          </a:r>
          <a:r>
            <a:rPr lang="en-US" sz="1700" dirty="0">
              <a:latin typeface="Tw Cen MT (Body)"/>
            </a:rPr>
            <a:t> </a:t>
          </a:r>
          <a:r>
            <a:rPr lang="en-US" sz="1700" dirty="0" err="1">
              <a:latin typeface="Tw Cen MT (Body)"/>
            </a:rPr>
            <a:t>và</a:t>
          </a:r>
          <a:r>
            <a:rPr lang="en-US" sz="1700" dirty="0">
              <a:latin typeface="Tw Cen MT (Body)"/>
            </a:rPr>
            <a:t> </a:t>
          </a:r>
          <a:r>
            <a:rPr lang="en-US" sz="1700" dirty="0" err="1">
              <a:latin typeface="Tw Cen MT (Body)"/>
            </a:rPr>
            <a:t>theo</a:t>
          </a:r>
          <a:r>
            <a:rPr lang="en-US" sz="1700" dirty="0">
              <a:latin typeface="Tw Cen MT (Body)"/>
            </a:rPr>
            <a:t> </a:t>
          </a:r>
          <a:r>
            <a:rPr lang="en-US" sz="1700" dirty="0" err="1">
              <a:latin typeface="Tw Cen MT (Body)"/>
            </a:rPr>
            <a:t>dõi</a:t>
          </a:r>
          <a:r>
            <a:rPr lang="en-US" sz="1700" dirty="0">
              <a:latin typeface="Tw Cen MT (Body)"/>
            </a:rPr>
            <a:t> </a:t>
          </a:r>
          <a:r>
            <a:rPr lang="en-US" sz="1700" dirty="0" err="1">
              <a:latin typeface="Tw Cen MT (Body)"/>
            </a:rPr>
            <a:t>hoạt</a:t>
          </a:r>
          <a:r>
            <a:rPr lang="en-US" sz="1700" dirty="0">
              <a:latin typeface="Tw Cen MT (Body)"/>
            </a:rPr>
            <a:t> </a:t>
          </a:r>
          <a:r>
            <a:rPr lang="en-US" sz="1700" dirty="0" err="1">
              <a:latin typeface="Tw Cen MT (Body)"/>
            </a:rPr>
            <a:t>động</a:t>
          </a:r>
          <a:r>
            <a:rPr lang="en-US" sz="1700" dirty="0">
              <a:latin typeface="Tw Cen MT (Body)"/>
            </a:rPr>
            <a:t> </a:t>
          </a:r>
          <a:r>
            <a:rPr lang="en-US" sz="1700" dirty="0" err="1">
              <a:latin typeface="Tw Cen MT (Body)"/>
            </a:rPr>
            <a:t>của</a:t>
          </a:r>
          <a:r>
            <a:rPr lang="en-US" sz="1700" dirty="0">
              <a:latin typeface="Tw Cen MT (Body)"/>
            </a:rPr>
            <a:t> </a:t>
          </a:r>
          <a:r>
            <a:rPr lang="en-US" sz="1700" dirty="0" err="1">
              <a:latin typeface="Tw Cen MT (Body)"/>
            </a:rPr>
            <a:t>từng</a:t>
          </a:r>
          <a:r>
            <a:rPr lang="en-US" sz="1700" dirty="0">
              <a:latin typeface="Tw Cen MT (Body)"/>
            </a:rPr>
            <a:t> </a:t>
          </a:r>
          <a:r>
            <a:rPr lang="en-US" sz="1700" dirty="0" err="1">
              <a:latin typeface="Tw Cen MT (Body)"/>
            </a:rPr>
            <a:t>cá</a:t>
          </a:r>
          <a:r>
            <a:rPr lang="en-US" sz="1700" dirty="0">
              <a:latin typeface="Tw Cen MT (Body)"/>
            </a:rPr>
            <a:t> </a:t>
          </a:r>
          <a:r>
            <a:rPr lang="en-US" sz="1700" dirty="0" err="1">
              <a:latin typeface="Tw Cen MT (Body)"/>
            </a:rPr>
            <a:t>nhân</a:t>
          </a:r>
          <a:r>
            <a:rPr lang="en-US" sz="1700" dirty="0">
              <a:latin typeface="Tw Cen MT (Body)"/>
            </a:rPr>
            <a:t> </a:t>
          </a:r>
          <a:r>
            <a:rPr lang="en-US" sz="1700" dirty="0" err="1">
              <a:latin typeface="Tw Cen MT (Body)"/>
            </a:rPr>
            <a:t>thông</a:t>
          </a:r>
          <a:r>
            <a:rPr lang="en-US" sz="1700" dirty="0">
              <a:latin typeface="Tw Cen MT (Body)"/>
            </a:rPr>
            <a:t> qua app </a:t>
          </a:r>
          <a:r>
            <a:rPr lang="en-US" sz="1700" dirty="0" err="1">
              <a:latin typeface="Tw Cen MT (Body)"/>
            </a:rPr>
            <a:t>theo</a:t>
          </a:r>
          <a:r>
            <a:rPr lang="en-US" sz="1700" dirty="0">
              <a:latin typeface="Tw Cen MT (Body)"/>
            </a:rPr>
            <a:t> </a:t>
          </a:r>
          <a:r>
            <a:rPr lang="en-US" sz="1700" dirty="0" err="1">
              <a:latin typeface="Tw Cen MT (Body)"/>
            </a:rPr>
            <a:t>dõi</a:t>
          </a:r>
          <a:r>
            <a:rPr lang="en-US" sz="1700" dirty="0">
              <a:latin typeface="Tw Cen MT (Body)"/>
            </a:rPr>
            <a:t> </a:t>
          </a:r>
          <a:r>
            <a:rPr lang="en-US" sz="1700" dirty="0" err="1">
              <a:latin typeface="Tw Cen MT (Body)"/>
            </a:rPr>
            <a:t>kết</a:t>
          </a:r>
          <a:r>
            <a:rPr lang="en-US" sz="1700" dirty="0">
              <a:latin typeface="Tw Cen MT (Body)"/>
            </a:rPr>
            <a:t> </a:t>
          </a:r>
          <a:r>
            <a:rPr lang="en-US" sz="1700" dirty="0" err="1">
              <a:latin typeface="Tw Cen MT (Body)"/>
            </a:rPr>
            <a:t>nối</a:t>
          </a:r>
          <a:r>
            <a:rPr lang="en-US" sz="1700" dirty="0">
              <a:latin typeface="Tw Cen MT (Body)"/>
            </a:rPr>
            <a:t> </a:t>
          </a:r>
          <a:r>
            <a:rPr lang="en-US" sz="1700" dirty="0" err="1">
              <a:latin typeface="Tw Cen MT (Body)"/>
            </a:rPr>
            <a:t>Wifi</a:t>
          </a:r>
          <a:endParaRPr lang="en-US" sz="1700" dirty="0">
            <a:latin typeface="Tw Cen MT (Body)"/>
          </a:endParaRPr>
        </a:p>
      </dgm:t>
    </dgm:pt>
    <dgm:pt modelId="{5D8A5A69-6DE5-47A6-923E-A13BFC243A9E}" type="parTrans" cxnId="{BE0A8FB2-4105-4E60-AEB3-D727CB644DCD}">
      <dgm:prSet/>
      <dgm:spPr/>
      <dgm:t>
        <a:bodyPr/>
        <a:lstStyle/>
        <a:p>
          <a:endParaRPr lang="en-US"/>
        </a:p>
      </dgm:t>
    </dgm:pt>
    <dgm:pt modelId="{DF79F698-0865-4D3D-A89D-2C9C9C87F346}" type="sibTrans" cxnId="{BE0A8FB2-4105-4E60-AEB3-D727CB644DCD}">
      <dgm:prSet/>
      <dgm:spPr/>
      <dgm:t>
        <a:bodyPr/>
        <a:lstStyle/>
        <a:p>
          <a:endParaRPr lang="en-US"/>
        </a:p>
      </dgm:t>
    </dgm:pt>
    <dgm:pt modelId="{C80061F0-DEAD-4551-B799-104DE70C18F1}">
      <dgm:prSet phldrT="[Text]" custT="1"/>
      <dgm:spPr/>
      <dgm:t>
        <a:bodyPr/>
        <a:lstStyle/>
        <a:p>
          <a:r>
            <a:rPr lang="en-US" sz="2400" b="1" i="0" dirty="0">
              <a:latin typeface="Tw Cen MT (Body)"/>
            </a:rPr>
            <a:t>4</a:t>
          </a:r>
          <a:r>
            <a:rPr lang="vi-VN" sz="2400" b="1" i="0" dirty="0">
              <a:latin typeface="Tw Cen MT (Body)"/>
            </a:rPr>
            <a:t>. Quản lý </a:t>
          </a:r>
          <a:r>
            <a:rPr lang="en-US" sz="2400" b="1" i="0" dirty="0">
              <a:latin typeface="Tw Cen MT (Body)"/>
            </a:rPr>
            <a:t>n</a:t>
          </a:r>
          <a:r>
            <a:rPr lang="vi-VN" sz="2400" b="1" i="0" dirty="0">
              <a:latin typeface="Tw Cen MT (Body)"/>
            </a:rPr>
            <a:t>gười dùng</a:t>
          </a:r>
          <a:endParaRPr lang="en-US" sz="2400" dirty="0">
            <a:latin typeface="Tw Cen MT (Body)"/>
          </a:endParaRPr>
        </a:p>
      </dgm:t>
    </dgm:pt>
    <dgm:pt modelId="{FB6D7F9B-3181-4D19-8D17-25F16436A45F}" type="parTrans" cxnId="{3A9F2AF2-471F-474E-8A7E-9323E2C03DCE}">
      <dgm:prSet/>
      <dgm:spPr/>
      <dgm:t>
        <a:bodyPr/>
        <a:lstStyle/>
        <a:p>
          <a:endParaRPr lang="en-US"/>
        </a:p>
      </dgm:t>
    </dgm:pt>
    <dgm:pt modelId="{46CC26C9-C0FF-4CBE-89E0-D69C5ABA1254}" type="sibTrans" cxnId="{3A9F2AF2-471F-474E-8A7E-9323E2C03DCE}">
      <dgm:prSet/>
      <dgm:spPr/>
      <dgm:t>
        <a:bodyPr/>
        <a:lstStyle/>
        <a:p>
          <a:endParaRPr lang="en-US"/>
        </a:p>
      </dgm:t>
    </dgm:pt>
    <dgm:pt modelId="{81844DE0-5685-4B37-BC55-B5C06453CA4B}">
      <dgm:prSet phldrT="[Text]" custT="1"/>
      <dgm:spPr/>
      <dgm:t>
        <a:bodyPr/>
        <a:lstStyle/>
        <a:p>
          <a:pPr>
            <a:buFont typeface="Arial" panose="020B0604020202020204" pitchFamily="34" charset="0"/>
            <a:buChar char="•"/>
          </a:pPr>
          <a:r>
            <a:rPr lang="vi-VN" sz="1600" b="1" i="0" dirty="0">
              <a:latin typeface="Times New Roman" panose="02020603050405020304" pitchFamily="18" charset="0"/>
              <a:cs typeface="Times New Roman" panose="02020603050405020304" pitchFamily="18" charset="0"/>
            </a:rPr>
            <a:t>Xác thực và </a:t>
          </a:r>
          <a:r>
            <a:rPr lang="en-US" sz="1600" b="1" i="0" dirty="0" err="1">
              <a:latin typeface="Times New Roman" panose="02020603050405020304" pitchFamily="18" charset="0"/>
              <a:cs typeface="Times New Roman" panose="02020603050405020304" pitchFamily="18" charset="0"/>
            </a:rPr>
            <a:t>ph</a:t>
          </a:r>
          <a:r>
            <a:rPr lang="vi-VN" sz="1600" b="1" i="0" dirty="0">
              <a:latin typeface="Times New Roman" panose="02020603050405020304" pitchFamily="18" charset="0"/>
              <a:cs typeface="Times New Roman" panose="02020603050405020304" pitchFamily="18" charset="0"/>
            </a:rPr>
            <a:t>ân quyền</a:t>
          </a:r>
          <a:r>
            <a:rPr lang="vi-VN" sz="1600" b="0" i="0" dirty="0">
              <a:latin typeface="Times New Roman" panose="02020603050405020304" pitchFamily="18" charset="0"/>
              <a:cs typeface="Times New Roman" panose="02020603050405020304" pitchFamily="18" charset="0"/>
            </a:rPr>
            <a:t>: </a:t>
          </a:r>
          <a:r>
            <a:rPr lang="en-US" sz="1600" b="0" i="0" dirty="0">
              <a:latin typeface="Times New Roman" panose="02020603050405020304" pitchFamily="18" charset="0"/>
              <a:cs typeface="Times New Roman" panose="02020603050405020304" pitchFamily="18" charset="0"/>
            </a:rPr>
            <a:t>Cho </a:t>
          </a:r>
          <a:r>
            <a:rPr lang="en-US" sz="1600" b="0" i="0" dirty="0" err="1">
              <a:latin typeface="Times New Roman" panose="02020603050405020304" pitchFamily="18" charset="0"/>
              <a:cs typeface="Times New Roman" panose="02020603050405020304" pitchFamily="18" charset="0"/>
            </a:rPr>
            <a:t>phép</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thêm</a:t>
          </a:r>
          <a:r>
            <a:rPr lang="en-US" sz="1600" b="0" i="0" dirty="0">
              <a:latin typeface="Times New Roman" panose="02020603050405020304" pitchFamily="18" charset="0"/>
              <a:cs typeface="Times New Roman" panose="02020603050405020304" pitchFamily="18" charset="0"/>
            </a:rPr>
            <a:t> , </a:t>
          </a:r>
          <a:r>
            <a:rPr lang="en-US" sz="1600" b="0" i="0" dirty="0" err="1">
              <a:latin typeface="Times New Roman" panose="02020603050405020304" pitchFamily="18" charset="0"/>
              <a:cs typeface="Times New Roman" panose="02020603050405020304" pitchFamily="18" charset="0"/>
            </a:rPr>
            <a:t>xóa</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thẻ</a:t>
          </a:r>
          <a:r>
            <a:rPr lang="en-US" sz="1600" b="0" i="0" dirty="0">
              <a:latin typeface="Times New Roman" panose="02020603050405020304" pitchFamily="18" charset="0"/>
              <a:cs typeface="Times New Roman" panose="02020603050405020304" pitchFamily="18" charset="0"/>
            </a:rPr>
            <a:t> RFID </a:t>
          </a:r>
          <a:endParaRPr lang="en-US" sz="1600" dirty="0">
            <a:latin typeface="Times New Roman" panose="02020603050405020304" pitchFamily="18" charset="0"/>
            <a:cs typeface="Times New Roman" panose="02020603050405020304" pitchFamily="18" charset="0"/>
          </a:endParaRPr>
        </a:p>
      </dgm:t>
    </dgm:pt>
    <dgm:pt modelId="{9EECEC58-950B-44F9-ABBC-6D78F6F60DF6}" type="parTrans" cxnId="{94512DBD-A612-4EF3-A423-D28B7CC3684C}">
      <dgm:prSet/>
      <dgm:spPr/>
      <dgm:t>
        <a:bodyPr/>
        <a:lstStyle/>
        <a:p>
          <a:endParaRPr lang="en-US"/>
        </a:p>
      </dgm:t>
    </dgm:pt>
    <dgm:pt modelId="{70CFF8CA-1261-4C32-9277-698784D69E2E}" type="sibTrans" cxnId="{94512DBD-A612-4EF3-A423-D28B7CC3684C}">
      <dgm:prSet/>
      <dgm:spPr/>
      <dgm:t>
        <a:bodyPr/>
        <a:lstStyle/>
        <a:p>
          <a:endParaRPr lang="en-US"/>
        </a:p>
      </dgm:t>
    </dgm:pt>
    <dgm:pt modelId="{76F6F2E4-803A-437E-B66A-8694A6F86EA9}">
      <dgm:prSet phldrT="[Text]" custT="1"/>
      <dgm:spPr/>
      <dgm:t>
        <a:bodyPr/>
        <a:lstStyle/>
        <a:p>
          <a:pPr algn="l"/>
          <a:r>
            <a:rPr lang="en-US" sz="2400" b="1" i="0"/>
            <a:t>5. Tích hợp IoT</a:t>
          </a:r>
          <a:endParaRPr lang="en-US" sz="2400"/>
        </a:p>
      </dgm:t>
    </dgm:pt>
    <dgm:pt modelId="{DAAD83AB-4517-40E2-B823-497D185B00AD}" type="parTrans" cxnId="{88870532-2C43-4385-80EB-A7133EA866D1}">
      <dgm:prSet/>
      <dgm:spPr/>
      <dgm:t>
        <a:bodyPr/>
        <a:lstStyle/>
        <a:p>
          <a:endParaRPr lang="en-US"/>
        </a:p>
      </dgm:t>
    </dgm:pt>
    <dgm:pt modelId="{C42EE212-9060-4E95-BA9F-F88FEFD8394F}" type="sibTrans" cxnId="{88870532-2C43-4385-80EB-A7133EA866D1}">
      <dgm:prSet/>
      <dgm:spPr/>
      <dgm:t>
        <a:bodyPr/>
        <a:lstStyle/>
        <a:p>
          <a:endParaRPr lang="en-US"/>
        </a:p>
      </dgm:t>
    </dgm:pt>
    <dgm:pt modelId="{CBB2207D-D646-4869-A78B-3BF76C837AED}">
      <dgm:prSet phldrT="[Text]" custT="1"/>
      <dgm:spPr/>
      <dgm:t>
        <a:bodyPr/>
        <a:lstStyle/>
        <a:p>
          <a:r>
            <a:rPr lang="en-US" sz="1800" b="0" i="0">
              <a:latin typeface="Times New Roman" panose="02020603050405020304" pitchFamily="18" charset="0"/>
              <a:cs typeface="Times New Roman" panose="02020603050405020304" pitchFamily="18" charset="0"/>
            </a:rPr>
            <a:t>Tích hợp thiết bị IoT để thu thập và quản lý dữ liệu thời gian thực.</a:t>
          </a:r>
          <a:endParaRPr lang="en-US" sz="1800">
            <a:latin typeface="Times New Roman" panose="02020603050405020304" pitchFamily="18" charset="0"/>
            <a:cs typeface="Times New Roman" panose="02020603050405020304" pitchFamily="18" charset="0"/>
          </a:endParaRPr>
        </a:p>
      </dgm:t>
    </dgm:pt>
    <dgm:pt modelId="{DFA6AB1F-682E-4274-A1AF-2F9844FB7DFB}" type="parTrans" cxnId="{A290B20D-B3E7-4F47-8FDD-9D4327F9C2EE}">
      <dgm:prSet/>
      <dgm:spPr/>
      <dgm:t>
        <a:bodyPr/>
        <a:lstStyle/>
        <a:p>
          <a:endParaRPr lang="en-US"/>
        </a:p>
      </dgm:t>
    </dgm:pt>
    <dgm:pt modelId="{16B65EE9-1E79-4B9A-BCA9-DEB29EF70AEC}" type="sibTrans" cxnId="{A290B20D-B3E7-4F47-8FDD-9D4327F9C2EE}">
      <dgm:prSet/>
      <dgm:spPr/>
      <dgm:t>
        <a:bodyPr/>
        <a:lstStyle/>
        <a:p>
          <a:endParaRPr lang="en-US"/>
        </a:p>
      </dgm:t>
    </dgm:pt>
    <dgm:pt modelId="{15CA0C48-A9EE-4E77-AD28-F527F3857DEA}">
      <dgm:prSet custT="1"/>
      <dgm:spPr/>
      <dgm:t>
        <a:bodyPr/>
        <a:lstStyle/>
        <a:p>
          <a:pPr>
            <a:buFont typeface="Arial" panose="020B0604020202020204" pitchFamily="34" charset="0"/>
            <a:buChar char="•"/>
          </a:pPr>
          <a:r>
            <a:rPr lang="en-US" sz="1600" b="0" i="0" dirty="0" err="1">
              <a:latin typeface="Times New Roman" panose="02020603050405020304" pitchFamily="18" charset="0"/>
              <a:cs typeface="Times New Roman" panose="02020603050405020304" pitchFamily="18" charset="0"/>
            </a:rPr>
            <a:t>Thay</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đổi</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mật</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khẩu</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dễ</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dàng</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khi</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chủ</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phòng</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muốn</a:t>
          </a:r>
          <a:r>
            <a:rPr lang="en-US" sz="1600" b="0" i="0" dirty="0">
              <a:latin typeface="Times New Roman" panose="02020603050405020304" pitchFamily="18" charset="0"/>
              <a:cs typeface="Times New Roman" panose="02020603050405020304" pitchFamily="18" charset="0"/>
            </a:rPr>
            <a:t>.</a:t>
          </a:r>
        </a:p>
      </dgm:t>
    </dgm:pt>
    <dgm:pt modelId="{47C88C0C-D7EA-4817-98CA-C76A8A9B84A5}" type="parTrans" cxnId="{CE9E1CCF-99EC-43C6-9251-E144FB30AF55}">
      <dgm:prSet/>
      <dgm:spPr/>
      <dgm:t>
        <a:bodyPr/>
        <a:lstStyle/>
        <a:p>
          <a:endParaRPr lang="en-US"/>
        </a:p>
      </dgm:t>
    </dgm:pt>
    <dgm:pt modelId="{4719C53E-735B-4683-B035-F5ADBE9752C2}" type="sibTrans" cxnId="{CE9E1CCF-99EC-43C6-9251-E144FB30AF55}">
      <dgm:prSet/>
      <dgm:spPr/>
      <dgm:t>
        <a:bodyPr/>
        <a:lstStyle/>
        <a:p>
          <a:endParaRPr lang="en-US"/>
        </a:p>
      </dgm:t>
    </dgm:pt>
    <dgm:pt modelId="{FB8A6C4A-E4BF-42AD-95BC-8B50C4B16BBE}">
      <dgm:prSet custT="1"/>
      <dgm:spPr/>
      <dgm:t>
        <a:bodyPr/>
        <a:lstStyle/>
        <a:p>
          <a:pPr>
            <a:buFont typeface="Arial" panose="020B0604020202020204" pitchFamily="34" charset="0"/>
            <a:buChar char="•"/>
          </a:pPr>
          <a:r>
            <a:rPr lang="en-US" sz="1600" b="0" i="0" dirty="0">
              <a:latin typeface="Times New Roman" panose="02020603050405020304" pitchFamily="18" charset="0"/>
              <a:cs typeface="Times New Roman" panose="02020603050405020304" pitchFamily="18" charset="0"/>
            </a:rPr>
            <a:t>Reset </a:t>
          </a:r>
          <a:r>
            <a:rPr lang="en-US" sz="1600" b="0" i="0" dirty="0" err="1">
              <a:latin typeface="Times New Roman" panose="02020603050405020304" pitchFamily="18" charset="0"/>
              <a:cs typeface="Times New Roman" panose="02020603050405020304" pitchFamily="18" charset="0"/>
            </a:rPr>
            <a:t>hệ</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thống</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về</a:t>
          </a:r>
          <a:r>
            <a:rPr lang="en-US" sz="1600" b="0" i="0" dirty="0">
              <a:latin typeface="Times New Roman" panose="02020603050405020304" pitchFamily="18" charset="0"/>
              <a:cs typeface="Times New Roman" panose="02020603050405020304" pitchFamily="18" charset="0"/>
            </a:rPr>
            <a:t> ban </a:t>
          </a:r>
          <a:r>
            <a:rPr lang="en-US" sz="1600" b="0" i="0" dirty="0" err="1">
              <a:latin typeface="Times New Roman" panose="02020603050405020304" pitchFamily="18" charset="0"/>
              <a:cs typeface="Times New Roman" panose="02020603050405020304" pitchFamily="18" charset="0"/>
            </a:rPr>
            <a:t>đầu</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khi</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quên</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mật</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khẩu</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hoặc</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bị</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lộ</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thông</a:t>
          </a:r>
          <a:r>
            <a:rPr lang="en-US" sz="1600" b="0" i="0" dirty="0">
              <a:latin typeface="Times New Roman" panose="02020603050405020304" pitchFamily="18" charset="0"/>
              <a:cs typeface="Times New Roman" panose="02020603050405020304" pitchFamily="18" charset="0"/>
            </a:rPr>
            <a:t> tin.</a:t>
          </a:r>
        </a:p>
      </dgm:t>
    </dgm:pt>
    <dgm:pt modelId="{125433E6-5028-4BD4-B425-B9FBCBFC4355}" type="parTrans" cxnId="{AE121193-E829-4987-BAED-ACD6665B01FF}">
      <dgm:prSet/>
      <dgm:spPr/>
      <dgm:t>
        <a:bodyPr/>
        <a:lstStyle/>
        <a:p>
          <a:endParaRPr lang="en-US"/>
        </a:p>
      </dgm:t>
    </dgm:pt>
    <dgm:pt modelId="{4FAC0FB7-C71F-4226-9DF4-FC21851EFBDD}" type="sibTrans" cxnId="{AE121193-E829-4987-BAED-ACD6665B01FF}">
      <dgm:prSet/>
      <dgm:spPr/>
      <dgm:t>
        <a:bodyPr/>
        <a:lstStyle/>
        <a:p>
          <a:endParaRPr lang="en-US"/>
        </a:p>
      </dgm:t>
    </dgm:pt>
    <dgm:pt modelId="{7BD286B7-5567-439D-A8FF-7DF89C1BE25F}">
      <dgm:prSet custT="1"/>
      <dgm:spPr/>
      <dgm:t>
        <a:bodyPr/>
        <a:lstStyle/>
        <a:p>
          <a:pPr>
            <a:buFont typeface="Arial" panose="020B0604020202020204" pitchFamily="34" charset="0"/>
            <a:buChar char="•"/>
          </a:pPr>
          <a:r>
            <a:rPr lang="en-US" sz="1600" b="0" i="0" dirty="0" err="1">
              <a:latin typeface="Times New Roman" panose="02020603050405020304" pitchFamily="18" charset="0"/>
              <a:cs typeface="Times New Roman" panose="02020603050405020304" pitchFamily="18" charset="0"/>
            </a:rPr>
            <a:t>Nhập</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mật</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khẩu</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sai</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quá</a:t>
          </a:r>
          <a:r>
            <a:rPr lang="en-US" sz="1600" b="0" i="0" dirty="0">
              <a:latin typeface="Times New Roman" panose="02020603050405020304" pitchFamily="18" charset="0"/>
              <a:cs typeface="Times New Roman" panose="02020603050405020304" pitchFamily="18" charset="0"/>
            </a:rPr>
            <a:t> 3 </a:t>
          </a:r>
          <a:r>
            <a:rPr lang="en-US" sz="1600" b="0" i="0" dirty="0" err="1">
              <a:latin typeface="Times New Roman" panose="02020603050405020304" pitchFamily="18" charset="0"/>
              <a:cs typeface="Times New Roman" panose="02020603050405020304" pitchFamily="18" charset="0"/>
            </a:rPr>
            <a:t>lần</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sẽ</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báo</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động</a:t>
          </a:r>
          <a:r>
            <a:rPr lang="en-US" sz="1600" b="0" i="0" dirty="0">
              <a:latin typeface="Times New Roman" panose="02020603050405020304" pitchFamily="18" charset="0"/>
              <a:cs typeface="Times New Roman" panose="02020603050405020304" pitchFamily="18" charset="0"/>
            </a:rPr>
            <a:t> 10s.</a:t>
          </a:r>
        </a:p>
      </dgm:t>
    </dgm:pt>
    <dgm:pt modelId="{8A40AC14-0722-47C6-949C-20F9BED08D3B}" type="parTrans" cxnId="{64E9EF9C-ACE6-48BA-9A66-C4C4A0694095}">
      <dgm:prSet/>
      <dgm:spPr/>
    </dgm:pt>
    <dgm:pt modelId="{AB90762E-F3FE-44F7-B4F0-92BD4CF7E1EC}" type="sibTrans" cxnId="{64E9EF9C-ACE6-48BA-9A66-C4C4A0694095}">
      <dgm:prSet/>
      <dgm:spPr/>
    </dgm:pt>
    <dgm:pt modelId="{AE1D97E2-E8F0-4AAC-8B5F-30713D3C7AC7}">
      <dgm:prSet phldrT="[Text]" custT="1"/>
      <dgm:spPr/>
      <dgm:t>
        <a:bodyPr/>
        <a:lstStyle/>
        <a:p>
          <a:pPr>
            <a:buFont typeface="Arial" panose="020B0604020202020204" pitchFamily="34" charset="0"/>
            <a:buChar char="•"/>
          </a:pPr>
          <a:r>
            <a:rPr lang="en-US" sz="1600" b="0" i="0" dirty="0" err="1">
              <a:latin typeface="Times New Roman" panose="02020603050405020304" pitchFamily="18" charset="0"/>
              <a:cs typeface="Times New Roman" panose="02020603050405020304" pitchFamily="18" charset="0"/>
            </a:rPr>
            <a:t>Quẹt</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thẻ</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sai</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quá</a:t>
          </a:r>
          <a:r>
            <a:rPr lang="en-US" sz="1600" b="0" i="0" dirty="0">
              <a:latin typeface="Times New Roman" panose="02020603050405020304" pitchFamily="18" charset="0"/>
              <a:cs typeface="Times New Roman" panose="02020603050405020304" pitchFamily="18" charset="0"/>
            </a:rPr>
            <a:t> 3 </a:t>
          </a:r>
          <a:r>
            <a:rPr lang="en-US" sz="1600" b="0" i="0" dirty="0" err="1">
              <a:latin typeface="Times New Roman" panose="02020603050405020304" pitchFamily="18" charset="0"/>
              <a:cs typeface="Times New Roman" panose="02020603050405020304" pitchFamily="18" charset="0"/>
            </a:rPr>
            <a:t>lần</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sẽ</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báo</a:t>
          </a:r>
          <a:r>
            <a:rPr lang="en-US" sz="1600" b="0" i="0" dirty="0">
              <a:latin typeface="Times New Roman" panose="02020603050405020304" pitchFamily="18" charset="0"/>
              <a:cs typeface="Times New Roman" panose="02020603050405020304" pitchFamily="18" charset="0"/>
            </a:rPr>
            <a:t> </a:t>
          </a:r>
          <a:r>
            <a:rPr lang="en-US" sz="1600" b="0" i="0" dirty="0" err="1">
              <a:latin typeface="Times New Roman" panose="02020603050405020304" pitchFamily="18" charset="0"/>
              <a:cs typeface="Times New Roman" panose="02020603050405020304" pitchFamily="18" charset="0"/>
            </a:rPr>
            <a:t>động</a:t>
          </a:r>
          <a:r>
            <a:rPr lang="en-US" sz="1600" b="0" i="0" dirty="0">
              <a:latin typeface="Times New Roman" panose="02020603050405020304" pitchFamily="18" charset="0"/>
              <a:cs typeface="Times New Roman" panose="02020603050405020304" pitchFamily="18" charset="0"/>
            </a:rPr>
            <a:t> 10s. </a:t>
          </a:r>
          <a:endParaRPr lang="en-US" sz="1600" b="0" dirty="0">
            <a:latin typeface="Times New Roman" panose="02020603050405020304" pitchFamily="18" charset="0"/>
            <a:cs typeface="Times New Roman" panose="02020603050405020304" pitchFamily="18" charset="0"/>
          </a:endParaRPr>
        </a:p>
      </dgm:t>
    </dgm:pt>
    <dgm:pt modelId="{D311A001-D0CF-44B8-BAB8-5EF506418A02}" type="parTrans" cxnId="{5EA43358-A994-4C33-B12F-EB6DA753BB88}">
      <dgm:prSet/>
      <dgm:spPr/>
    </dgm:pt>
    <dgm:pt modelId="{C30E6710-807D-4046-85C9-841A13274A4E}" type="sibTrans" cxnId="{5EA43358-A994-4C33-B12F-EB6DA753BB88}">
      <dgm:prSet/>
      <dgm:spPr/>
    </dgm:pt>
    <dgm:pt modelId="{79CB7950-A68E-4670-AE7C-373B732F73E3}" type="pres">
      <dgm:prSet presAssocID="{D61D0E1A-257F-440E-A767-B6296F35CDD7}" presName="Name0" presStyleCnt="0">
        <dgm:presLayoutVars>
          <dgm:dir/>
          <dgm:animLvl val="lvl"/>
          <dgm:resizeHandles val="exact"/>
        </dgm:presLayoutVars>
      </dgm:prSet>
      <dgm:spPr/>
    </dgm:pt>
    <dgm:pt modelId="{275EB625-7852-42C4-A2F8-03E096DB506B}" type="pres">
      <dgm:prSet presAssocID="{363B49A9-4FF1-4602-AAF1-4060C0E47EF2}" presName="linNode" presStyleCnt="0"/>
      <dgm:spPr/>
    </dgm:pt>
    <dgm:pt modelId="{370F1BBE-DAFD-4106-84AF-64B4D43EE5BD}" type="pres">
      <dgm:prSet presAssocID="{363B49A9-4FF1-4602-AAF1-4060C0E47EF2}" presName="parentText" presStyleLbl="node1" presStyleIdx="0" presStyleCnt="5" custScaleX="74769">
        <dgm:presLayoutVars>
          <dgm:chMax val="1"/>
          <dgm:bulletEnabled val="1"/>
        </dgm:presLayoutVars>
      </dgm:prSet>
      <dgm:spPr/>
    </dgm:pt>
    <dgm:pt modelId="{C3CAFE67-09EC-4503-9FEA-1E3BD5DF0DB3}" type="pres">
      <dgm:prSet presAssocID="{363B49A9-4FF1-4602-AAF1-4060C0E47EF2}" presName="descendantText" presStyleLbl="alignAccFollowNode1" presStyleIdx="0" presStyleCnt="5" custScaleY="127245">
        <dgm:presLayoutVars>
          <dgm:bulletEnabled val="1"/>
        </dgm:presLayoutVars>
      </dgm:prSet>
      <dgm:spPr/>
    </dgm:pt>
    <dgm:pt modelId="{449EA67B-BA59-46A8-8CF2-93A9854112ED}" type="pres">
      <dgm:prSet presAssocID="{3DBBDF39-9919-4424-8D0A-6A6696E7F59B}" presName="sp" presStyleCnt="0"/>
      <dgm:spPr/>
    </dgm:pt>
    <dgm:pt modelId="{DC843211-F4AD-4C84-BF64-975909DE3E9B}" type="pres">
      <dgm:prSet presAssocID="{9F9686EE-737A-48AD-A331-6EC47C571BF9}" presName="linNode" presStyleCnt="0"/>
      <dgm:spPr/>
    </dgm:pt>
    <dgm:pt modelId="{7710B54A-ED12-4952-84F3-CBD7B9C933FF}" type="pres">
      <dgm:prSet presAssocID="{9F9686EE-737A-48AD-A331-6EC47C571BF9}" presName="parentText" presStyleLbl="node1" presStyleIdx="1" presStyleCnt="5" custScaleX="74335">
        <dgm:presLayoutVars>
          <dgm:chMax val="1"/>
          <dgm:bulletEnabled val="1"/>
        </dgm:presLayoutVars>
      </dgm:prSet>
      <dgm:spPr/>
    </dgm:pt>
    <dgm:pt modelId="{DBC9B97B-8A8F-4E95-9C21-4AFDEA7EA70F}" type="pres">
      <dgm:prSet presAssocID="{9F9686EE-737A-48AD-A331-6EC47C571BF9}" presName="descendantText" presStyleLbl="alignAccFollowNode1" presStyleIdx="1" presStyleCnt="5">
        <dgm:presLayoutVars>
          <dgm:bulletEnabled val="1"/>
        </dgm:presLayoutVars>
      </dgm:prSet>
      <dgm:spPr/>
    </dgm:pt>
    <dgm:pt modelId="{AB3CA398-E74D-4BD9-A26E-A167B20D091C}" type="pres">
      <dgm:prSet presAssocID="{E2FD430F-6DBC-4044-A6E1-FBA981C11CE1}" presName="sp" presStyleCnt="0"/>
      <dgm:spPr/>
    </dgm:pt>
    <dgm:pt modelId="{DA999782-2932-4C52-9BDB-231058D25E21}" type="pres">
      <dgm:prSet presAssocID="{91BB7D6C-ABA3-4243-A416-F885708B740F}" presName="linNode" presStyleCnt="0"/>
      <dgm:spPr/>
    </dgm:pt>
    <dgm:pt modelId="{C15B8945-5A5B-4791-AAE0-72E89C72A16A}" type="pres">
      <dgm:prSet presAssocID="{91BB7D6C-ABA3-4243-A416-F885708B740F}" presName="parentText" presStyleLbl="node1" presStyleIdx="2" presStyleCnt="5" custScaleX="74008">
        <dgm:presLayoutVars>
          <dgm:chMax val="1"/>
          <dgm:bulletEnabled val="1"/>
        </dgm:presLayoutVars>
      </dgm:prSet>
      <dgm:spPr/>
    </dgm:pt>
    <dgm:pt modelId="{5861F45D-720F-4FEC-95C9-1922869FDA20}" type="pres">
      <dgm:prSet presAssocID="{91BB7D6C-ABA3-4243-A416-F885708B740F}" presName="descendantText" presStyleLbl="alignAccFollowNode1" presStyleIdx="2" presStyleCnt="5">
        <dgm:presLayoutVars>
          <dgm:bulletEnabled val="1"/>
        </dgm:presLayoutVars>
      </dgm:prSet>
      <dgm:spPr/>
    </dgm:pt>
    <dgm:pt modelId="{97F89D35-1C76-4361-A011-3286559DD5C2}" type="pres">
      <dgm:prSet presAssocID="{F65AEA9C-94F1-4377-8205-FEE7B7B3A0DA}" presName="sp" presStyleCnt="0"/>
      <dgm:spPr/>
    </dgm:pt>
    <dgm:pt modelId="{55D3D7B6-957D-498A-B763-6CE723C833BB}" type="pres">
      <dgm:prSet presAssocID="{C80061F0-DEAD-4551-B799-104DE70C18F1}" presName="linNode" presStyleCnt="0"/>
      <dgm:spPr/>
    </dgm:pt>
    <dgm:pt modelId="{5DC9F350-868B-44BD-8E1D-55CB37D5EF03}" type="pres">
      <dgm:prSet presAssocID="{C80061F0-DEAD-4551-B799-104DE70C18F1}" presName="parentText" presStyleLbl="node1" presStyleIdx="3" presStyleCnt="5" custScaleX="73982">
        <dgm:presLayoutVars>
          <dgm:chMax val="1"/>
          <dgm:bulletEnabled val="1"/>
        </dgm:presLayoutVars>
      </dgm:prSet>
      <dgm:spPr/>
    </dgm:pt>
    <dgm:pt modelId="{154C68A9-EB88-4F8D-9CC2-A0655529C9F5}" type="pres">
      <dgm:prSet presAssocID="{C80061F0-DEAD-4551-B799-104DE70C18F1}" presName="descendantText" presStyleLbl="alignAccFollowNode1" presStyleIdx="3" presStyleCnt="5" custScaleY="125219">
        <dgm:presLayoutVars>
          <dgm:bulletEnabled val="1"/>
        </dgm:presLayoutVars>
      </dgm:prSet>
      <dgm:spPr/>
    </dgm:pt>
    <dgm:pt modelId="{2BCC2775-610C-427A-8ED2-62056613253B}" type="pres">
      <dgm:prSet presAssocID="{46CC26C9-C0FF-4CBE-89E0-D69C5ABA1254}" presName="sp" presStyleCnt="0"/>
      <dgm:spPr/>
    </dgm:pt>
    <dgm:pt modelId="{D0AA292C-A249-4088-BC46-9E746CD6D3B7}" type="pres">
      <dgm:prSet presAssocID="{76F6F2E4-803A-437E-B66A-8694A6F86EA9}" presName="linNode" presStyleCnt="0"/>
      <dgm:spPr/>
    </dgm:pt>
    <dgm:pt modelId="{50891BCA-D5AB-45BB-8777-975A98628EE3}" type="pres">
      <dgm:prSet presAssocID="{76F6F2E4-803A-437E-B66A-8694A6F86EA9}" presName="parentText" presStyleLbl="node1" presStyleIdx="4" presStyleCnt="5" custScaleX="74769">
        <dgm:presLayoutVars>
          <dgm:chMax val="1"/>
          <dgm:bulletEnabled val="1"/>
        </dgm:presLayoutVars>
      </dgm:prSet>
      <dgm:spPr/>
    </dgm:pt>
    <dgm:pt modelId="{3BB99815-2374-43DC-91A9-CB4FC265E670}" type="pres">
      <dgm:prSet presAssocID="{76F6F2E4-803A-437E-B66A-8694A6F86EA9}" presName="descendantText" presStyleLbl="alignAccFollowNode1" presStyleIdx="4" presStyleCnt="5">
        <dgm:presLayoutVars>
          <dgm:bulletEnabled val="1"/>
        </dgm:presLayoutVars>
      </dgm:prSet>
      <dgm:spPr/>
    </dgm:pt>
  </dgm:ptLst>
  <dgm:cxnLst>
    <dgm:cxn modelId="{A290B20D-B3E7-4F47-8FDD-9D4327F9C2EE}" srcId="{76F6F2E4-803A-437E-B66A-8694A6F86EA9}" destId="{CBB2207D-D646-4869-A78B-3BF76C837AED}" srcOrd="0" destOrd="0" parTransId="{DFA6AB1F-682E-4274-A1AF-2F9844FB7DFB}" sibTransId="{16B65EE9-1E79-4B9A-BCA9-DEB29EF70AEC}"/>
    <dgm:cxn modelId="{27899318-E929-419B-B908-E1AE0E3C55CC}" type="presOf" srcId="{FB8A6C4A-E4BF-42AD-95BC-8B50C4B16BBE}" destId="{C3CAFE67-09EC-4503-9FEA-1E3BD5DF0DB3}" srcOrd="0" destOrd="2" presId="urn:microsoft.com/office/officeart/2005/8/layout/vList5"/>
    <dgm:cxn modelId="{F606B825-77AE-4A21-9FEB-1D157F574DD6}" type="presOf" srcId="{E7D77774-06C8-45A6-BE8B-C64374BC5FC7}" destId="{5861F45D-720F-4FEC-95C9-1922869FDA20}" srcOrd="0" destOrd="0" presId="urn:microsoft.com/office/officeart/2005/8/layout/vList5"/>
    <dgm:cxn modelId="{97B7F631-45D4-4EC6-9FC6-0B4A72A3D706}" srcId="{D61D0E1A-257F-440E-A767-B6296F35CDD7}" destId="{91BB7D6C-ABA3-4243-A416-F885708B740F}" srcOrd="2" destOrd="0" parTransId="{333E8515-4C75-42CF-B114-3E305A78D88F}" sibTransId="{F65AEA9C-94F1-4377-8205-FEE7B7B3A0DA}"/>
    <dgm:cxn modelId="{88870532-2C43-4385-80EB-A7133EA866D1}" srcId="{D61D0E1A-257F-440E-A767-B6296F35CDD7}" destId="{76F6F2E4-803A-437E-B66A-8694A6F86EA9}" srcOrd="4" destOrd="0" parTransId="{DAAD83AB-4517-40E2-B823-497D185B00AD}" sibTransId="{C42EE212-9060-4E95-BA9F-F88FEFD8394F}"/>
    <dgm:cxn modelId="{C2E9AA39-F460-4EB2-9288-7A77CCC2FE37}" type="presOf" srcId="{81844DE0-5685-4B37-BC55-B5C06453CA4B}" destId="{154C68A9-EB88-4F8D-9CC2-A0655529C9F5}" srcOrd="0" destOrd="0" presId="urn:microsoft.com/office/officeart/2005/8/layout/vList5"/>
    <dgm:cxn modelId="{4251A03A-D656-4FBC-86ED-F41F78147EA5}" type="presOf" srcId="{B6AC3F3F-5574-46CF-8603-E2B07B989187}" destId="{DBC9B97B-8A8F-4E95-9C21-4AFDEA7EA70F}" srcOrd="0" destOrd="0" presId="urn:microsoft.com/office/officeart/2005/8/layout/vList5"/>
    <dgm:cxn modelId="{C631F43C-ECB0-4CE3-9FBD-B68EE001500E}" type="presOf" srcId="{7BD286B7-5567-439D-A8FF-7DF89C1BE25F}" destId="{C3CAFE67-09EC-4503-9FEA-1E3BD5DF0DB3}" srcOrd="0" destOrd="3" presId="urn:microsoft.com/office/officeart/2005/8/layout/vList5"/>
    <dgm:cxn modelId="{8E6FFA66-68D8-4C36-A84F-E5468D75F85D}" type="presOf" srcId="{AE1D97E2-E8F0-4AAC-8B5F-30713D3C7AC7}" destId="{DBC9B97B-8A8F-4E95-9C21-4AFDEA7EA70F}" srcOrd="0" destOrd="1" presId="urn:microsoft.com/office/officeart/2005/8/layout/vList5"/>
    <dgm:cxn modelId="{F906F56C-300E-4753-BAFA-A40DBC5C92B2}" srcId="{363B49A9-4FF1-4602-AAF1-4060C0E47EF2}" destId="{73791F0F-92E7-4599-B17C-A0C1B4043239}" srcOrd="0" destOrd="0" parTransId="{DC915808-5BFA-4C76-8935-CBD7F129A1BD}" sibTransId="{A1AFA8BE-E9AC-4E72-8FA6-291F31C7342A}"/>
    <dgm:cxn modelId="{AFEE5A74-B4D3-419B-BDCD-536F1D19F88B}" srcId="{D61D0E1A-257F-440E-A767-B6296F35CDD7}" destId="{9F9686EE-737A-48AD-A331-6EC47C571BF9}" srcOrd="1" destOrd="0" parTransId="{02902738-75AE-4645-A1E0-4D29C3FA1E35}" sibTransId="{E2FD430F-6DBC-4044-A6E1-FBA981C11CE1}"/>
    <dgm:cxn modelId="{5EA43358-A994-4C33-B12F-EB6DA753BB88}" srcId="{9F9686EE-737A-48AD-A331-6EC47C571BF9}" destId="{AE1D97E2-E8F0-4AAC-8B5F-30713D3C7AC7}" srcOrd="1" destOrd="0" parTransId="{D311A001-D0CF-44B8-BAB8-5EF506418A02}" sibTransId="{C30E6710-807D-4046-85C9-841A13274A4E}"/>
    <dgm:cxn modelId="{06BD195A-D295-426C-9EAC-027D75898692}" type="presOf" srcId="{D61D0E1A-257F-440E-A767-B6296F35CDD7}" destId="{79CB7950-A68E-4670-AE7C-373B732F73E3}" srcOrd="0" destOrd="0" presId="urn:microsoft.com/office/officeart/2005/8/layout/vList5"/>
    <dgm:cxn modelId="{AE121193-E829-4987-BAED-ACD6665B01FF}" srcId="{363B49A9-4FF1-4602-AAF1-4060C0E47EF2}" destId="{FB8A6C4A-E4BF-42AD-95BC-8B50C4B16BBE}" srcOrd="2" destOrd="0" parTransId="{125433E6-5028-4BD4-B425-B9FBCBFC4355}" sibTransId="{4FAC0FB7-C71F-4226-9DF4-FC21851EFBDD}"/>
    <dgm:cxn modelId="{64E9EF9C-ACE6-48BA-9A66-C4C4A0694095}" srcId="{363B49A9-4FF1-4602-AAF1-4060C0E47EF2}" destId="{7BD286B7-5567-439D-A8FF-7DF89C1BE25F}" srcOrd="3" destOrd="0" parTransId="{8A40AC14-0722-47C6-949C-20F9BED08D3B}" sibTransId="{AB90762E-F3FE-44F7-B4F0-92BD4CF7E1EC}"/>
    <dgm:cxn modelId="{F9A37AA6-8C15-4909-9DCF-4267AAFAB420}" type="presOf" srcId="{C80061F0-DEAD-4551-B799-104DE70C18F1}" destId="{5DC9F350-868B-44BD-8E1D-55CB37D5EF03}" srcOrd="0" destOrd="0" presId="urn:microsoft.com/office/officeart/2005/8/layout/vList5"/>
    <dgm:cxn modelId="{B8A298AE-9FB5-4934-B680-289A2B8F13AF}" srcId="{9F9686EE-737A-48AD-A331-6EC47C571BF9}" destId="{B6AC3F3F-5574-46CF-8603-E2B07B989187}" srcOrd="0" destOrd="0" parTransId="{FE3648F0-1D7B-4311-B8B4-5C4252185568}" sibTransId="{61803F0B-B915-4186-A6FE-961EB2C78EE0}"/>
    <dgm:cxn modelId="{BE0A8FB2-4105-4E60-AEB3-D727CB644DCD}" srcId="{91BB7D6C-ABA3-4243-A416-F885708B740F}" destId="{E7D77774-06C8-45A6-BE8B-C64374BC5FC7}" srcOrd="0" destOrd="0" parTransId="{5D8A5A69-6DE5-47A6-923E-A13BFC243A9E}" sibTransId="{DF79F698-0865-4D3D-A89D-2C9C9C87F346}"/>
    <dgm:cxn modelId="{94512DBD-A612-4EF3-A423-D28B7CC3684C}" srcId="{C80061F0-DEAD-4551-B799-104DE70C18F1}" destId="{81844DE0-5685-4B37-BC55-B5C06453CA4B}" srcOrd="0" destOrd="0" parTransId="{9EECEC58-950B-44F9-ABBC-6D78F6F60DF6}" sibTransId="{70CFF8CA-1261-4C32-9277-698784D69E2E}"/>
    <dgm:cxn modelId="{6742BFCD-B5C3-462A-90CD-E6A86B2D18E3}" type="presOf" srcId="{CBB2207D-D646-4869-A78B-3BF76C837AED}" destId="{3BB99815-2374-43DC-91A9-CB4FC265E670}" srcOrd="0" destOrd="0" presId="urn:microsoft.com/office/officeart/2005/8/layout/vList5"/>
    <dgm:cxn modelId="{CE9E1CCF-99EC-43C6-9251-E144FB30AF55}" srcId="{363B49A9-4FF1-4602-AAF1-4060C0E47EF2}" destId="{15CA0C48-A9EE-4E77-AD28-F527F3857DEA}" srcOrd="1" destOrd="0" parTransId="{47C88C0C-D7EA-4817-98CA-C76A8A9B84A5}" sibTransId="{4719C53E-735B-4683-B035-F5ADBE9752C2}"/>
    <dgm:cxn modelId="{905281D8-CB11-4A23-998D-15338ED911F2}" srcId="{D61D0E1A-257F-440E-A767-B6296F35CDD7}" destId="{363B49A9-4FF1-4602-AAF1-4060C0E47EF2}" srcOrd="0" destOrd="0" parTransId="{70DBD430-DF18-439C-8015-1058053CA8ED}" sibTransId="{3DBBDF39-9919-4424-8D0A-6A6696E7F59B}"/>
    <dgm:cxn modelId="{0C9F0EE4-A1EE-490B-85E1-EB160DAE9875}" type="presOf" srcId="{73791F0F-92E7-4599-B17C-A0C1B4043239}" destId="{C3CAFE67-09EC-4503-9FEA-1E3BD5DF0DB3}" srcOrd="0" destOrd="0" presId="urn:microsoft.com/office/officeart/2005/8/layout/vList5"/>
    <dgm:cxn modelId="{DBB4FFE9-48E9-45F1-A4AB-7B654C3C7612}" type="presOf" srcId="{76F6F2E4-803A-437E-B66A-8694A6F86EA9}" destId="{50891BCA-D5AB-45BB-8777-975A98628EE3}" srcOrd="0" destOrd="0" presId="urn:microsoft.com/office/officeart/2005/8/layout/vList5"/>
    <dgm:cxn modelId="{883980EB-99C7-4415-8787-68B9ACE50195}" type="presOf" srcId="{9F9686EE-737A-48AD-A331-6EC47C571BF9}" destId="{7710B54A-ED12-4952-84F3-CBD7B9C933FF}" srcOrd="0" destOrd="0" presId="urn:microsoft.com/office/officeart/2005/8/layout/vList5"/>
    <dgm:cxn modelId="{4049A8EC-1735-40BB-8F80-E5AED7B5B7B5}" type="presOf" srcId="{15CA0C48-A9EE-4E77-AD28-F527F3857DEA}" destId="{C3CAFE67-09EC-4503-9FEA-1E3BD5DF0DB3}" srcOrd="0" destOrd="1" presId="urn:microsoft.com/office/officeart/2005/8/layout/vList5"/>
    <dgm:cxn modelId="{DB98A3ED-271E-465B-995F-BE4293871BF1}" type="presOf" srcId="{91BB7D6C-ABA3-4243-A416-F885708B740F}" destId="{C15B8945-5A5B-4791-AAE0-72E89C72A16A}" srcOrd="0" destOrd="0" presId="urn:microsoft.com/office/officeart/2005/8/layout/vList5"/>
    <dgm:cxn modelId="{3A9F2AF2-471F-474E-8A7E-9323E2C03DCE}" srcId="{D61D0E1A-257F-440E-A767-B6296F35CDD7}" destId="{C80061F0-DEAD-4551-B799-104DE70C18F1}" srcOrd="3" destOrd="0" parTransId="{FB6D7F9B-3181-4D19-8D17-25F16436A45F}" sibTransId="{46CC26C9-C0FF-4CBE-89E0-D69C5ABA1254}"/>
    <dgm:cxn modelId="{3ACFD5F7-C95C-4E0C-AA77-BF56D2D960D9}" type="presOf" srcId="{363B49A9-4FF1-4602-AAF1-4060C0E47EF2}" destId="{370F1BBE-DAFD-4106-84AF-64B4D43EE5BD}" srcOrd="0" destOrd="0" presId="urn:microsoft.com/office/officeart/2005/8/layout/vList5"/>
    <dgm:cxn modelId="{4B3D533C-43B7-4A24-9078-E2667D01223D}" type="presParOf" srcId="{79CB7950-A68E-4670-AE7C-373B732F73E3}" destId="{275EB625-7852-42C4-A2F8-03E096DB506B}" srcOrd="0" destOrd="0" presId="urn:microsoft.com/office/officeart/2005/8/layout/vList5"/>
    <dgm:cxn modelId="{0E78E159-C273-4046-809A-6E1A21D21789}" type="presParOf" srcId="{275EB625-7852-42C4-A2F8-03E096DB506B}" destId="{370F1BBE-DAFD-4106-84AF-64B4D43EE5BD}" srcOrd="0" destOrd="0" presId="urn:microsoft.com/office/officeart/2005/8/layout/vList5"/>
    <dgm:cxn modelId="{6578298A-6C56-4435-97FC-F7F35D24C8C1}" type="presParOf" srcId="{275EB625-7852-42C4-A2F8-03E096DB506B}" destId="{C3CAFE67-09EC-4503-9FEA-1E3BD5DF0DB3}" srcOrd="1" destOrd="0" presId="urn:microsoft.com/office/officeart/2005/8/layout/vList5"/>
    <dgm:cxn modelId="{DC8050EC-E447-45EB-87B6-BD8ED4FCFB4A}" type="presParOf" srcId="{79CB7950-A68E-4670-AE7C-373B732F73E3}" destId="{449EA67B-BA59-46A8-8CF2-93A9854112ED}" srcOrd="1" destOrd="0" presId="urn:microsoft.com/office/officeart/2005/8/layout/vList5"/>
    <dgm:cxn modelId="{32C16D3D-B3D4-4711-BA54-8DC61CAFCCAD}" type="presParOf" srcId="{79CB7950-A68E-4670-AE7C-373B732F73E3}" destId="{DC843211-F4AD-4C84-BF64-975909DE3E9B}" srcOrd="2" destOrd="0" presId="urn:microsoft.com/office/officeart/2005/8/layout/vList5"/>
    <dgm:cxn modelId="{290AC42B-7A9C-4137-B165-A66ABD00A93E}" type="presParOf" srcId="{DC843211-F4AD-4C84-BF64-975909DE3E9B}" destId="{7710B54A-ED12-4952-84F3-CBD7B9C933FF}" srcOrd="0" destOrd="0" presId="urn:microsoft.com/office/officeart/2005/8/layout/vList5"/>
    <dgm:cxn modelId="{EB323226-8EB1-428C-AAF5-EFB332A6548B}" type="presParOf" srcId="{DC843211-F4AD-4C84-BF64-975909DE3E9B}" destId="{DBC9B97B-8A8F-4E95-9C21-4AFDEA7EA70F}" srcOrd="1" destOrd="0" presId="urn:microsoft.com/office/officeart/2005/8/layout/vList5"/>
    <dgm:cxn modelId="{61880439-0A93-47A6-86D4-4F02E15152EF}" type="presParOf" srcId="{79CB7950-A68E-4670-AE7C-373B732F73E3}" destId="{AB3CA398-E74D-4BD9-A26E-A167B20D091C}" srcOrd="3" destOrd="0" presId="urn:microsoft.com/office/officeart/2005/8/layout/vList5"/>
    <dgm:cxn modelId="{146DE1ED-338F-4713-914D-15E1869C7063}" type="presParOf" srcId="{79CB7950-A68E-4670-AE7C-373B732F73E3}" destId="{DA999782-2932-4C52-9BDB-231058D25E21}" srcOrd="4" destOrd="0" presId="urn:microsoft.com/office/officeart/2005/8/layout/vList5"/>
    <dgm:cxn modelId="{E451D93A-551E-422C-A4DA-95F836C36F23}" type="presParOf" srcId="{DA999782-2932-4C52-9BDB-231058D25E21}" destId="{C15B8945-5A5B-4791-AAE0-72E89C72A16A}" srcOrd="0" destOrd="0" presId="urn:microsoft.com/office/officeart/2005/8/layout/vList5"/>
    <dgm:cxn modelId="{C1E52CEA-E0DD-48B4-9C7D-58E323ADB917}" type="presParOf" srcId="{DA999782-2932-4C52-9BDB-231058D25E21}" destId="{5861F45D-720F-4FEC-95C9-1922869FDA20}" srcOrd="1" destOrd="0" presId="urn:microsoft.com/office/officeart/2005/8/layout/vList5"/>
    <dgm:cxn modelId="{E6E6B52B-A3D2-433C-8F2F-F5D6F29E97A8}" type="presParOf" srcId="{79CB7950-A68E-4670-AE7C-373B732F73E3}" destId="{97F89D35-1C76-4361-A011-3286559DD5C2}" srcOrd="5" destOrd="0" presId="urn:microsoft.com/office/officeart/2005/8/layout/vList5"/>
    <dgm:cxn modelId="{6334B367-99B4-45C5-BF30-02ED6EAB3327}" type="presParOf" srcId="{79CB7950-A68E-4670-AE7C-373B732F73E3}" destId="{55D3D7B6-957D-498A-B763-6CE723C833BB}" srcOrd="6" destOrd="0" presId="urn:microsoft.com/office/officeart/2005/8/layout/vList5"/>
    <dgm:cxn modelId="{49C7842F-2A3A-412C-B2A2-F6A014D48FD3}" type="presParOf" srcId="{55D3D7B6-957D-498A-B763-6CE723C833BB}" destId="{5DC9F350-868B-44BD-8E1D-55CB37D5EF03}" srcOrd="0" destOrd="0" presId="urn:microsoft.com/office/officeart/2005/8/layout/vList5"/>
    <dgm:cxn modelId="{3844B0EB-43E6-4612-AFA9-3CABB2DCFF9E}" type="presParOf" srcId="{55D3D7B6-957D-498A-B763-6CE723C833BB}" destId="{154C68A9-EB88-4F8D-9CC2-A0655529C9F5}" srcOrd="1" destOrd="0" presId="urn:microsoft.com/office/officeart/2005/8/layout/vList5"/>
    <dgm:cxn modelId="{093D137A-55B8-4340-86FD-6ACD6ADD89E4}" type="presParOf" srcId="{79CB7950-A68E-4670-AE7C-373B732F73E3}" destId="{2BCC2775-610C-427A-8ED2-62056613253B}" srcOrd="7" destOrd="0" presId="urn:microsoft.com/office/officeart/2005/8/layout/vList5"/>
    <dgm:cxn modelId="{DEC94786-DA5D-40E5-808B-DE90F2B907D7}" type="presParOf" srcId="{79CB7950-A68E-4670-AE7C-373B732F73E3}" destId="{D0AA292C-A249-4088-BC46-9E746CD6D3B7}" srcOrd="8" destOrd="0" presId="urn:microsoft.com/office/officeart/2005/8/layout/vList5"/>
    <dgm:cxn modelId="{DC496CFD-7E23-4CDB-8AD1-5F78AA6BE922}" type="presParOf" srcId="{D0AA292C-A249-4088-BC46-9E746CD6D3B7}" destId="{50891BCA-D5AB-45BB-8777-975A98628EE3}" srcOrd="0" destOrd="0" presId="urn:microsoft.com/office/officeart/2005/8/layout/vList5"/>
    <dgm:cxn modelId="{B90E556C-3F24-4DFE-8AAC-2E1EEABEC277}" type="presParOf" srcId="{D0AA292C-A249-4088-BC46-9E746CD6D3B7}" destId="{3BB99815-2374-43DC-91A9-CB4FC265E670}"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030AC6-01B7-4288-983D-E015C79B3679}">
      <dsp:nvSpPr>
        <dsp:cNvPr id="0" name=""/>
        <dsp:cNvSpPr/>
      </dsp:nvSpPr>
      <dsp:spPr>
        <a:xfrm>
          <a:off x="7113" y="1115874"/>
          <a:ext cx="3072192" cy="2293327"/>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B843543-E8E3-4FFE-A4C3-9086AAF6180C}">
      <dsp:nvSpPr>
        <dsp:cNvPr id="0" name=""/>
        <dsp:cNvSpPr/>
      </dsp:nvSpPr>
      <dsp:spPr>
        <a:xfrm>
          <a:off x="7113" y="3409201"/>
          <a:ext cx="3072192" cy="986130"/>
        </a:xfrm>
        <a:prstGeom prst="rect">
          <a:avLst/>
        </a:prstGeom>
        <a:solidFill>
          <a:srgbClr val="C00000"/>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Times New Roman" panose="02020603050405020304" pitchFamily="18" charset="0"/>
              <a:cs typeface="Times New Roman" panose="02020603050405020304" pitchFamily="18" charset="0"/>
            </a:rPr>
            <a:t>Lý do </a:t>
          </a:r>
          <a:r>
            <a:rPr lang="en-US" sz="2800" kern="1200" dirty="0" err="1">
              <a:latin typeface="Times New Roman" panose="02020603050405020304" pitchFamily="18" charset="0"/>
              <a:cs typeface="Times New Roman" panose="02020603050405020304" pitchFamily="18" charset="0"/>
            </a:rPr>
            <a:t>chọn</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đề</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tài</a:t>
          </a:r>
          <a:endParaRPr lang="en-US" sz="2800" kern="1200" dirty="0">
            <a:latin typeface="Times New Roman" panose="02020603050405020304" pitchFamily="18" charset="0"/>
            <a:cs typeface="Times New Roman" panose="02020603050405020304" pitchFamily="18" charset="0"/>
          </a:endParaRPr>
        </a:p>
      </dsp:txBody>
      <dsp:txXfrm>
        <a:off x="7113" y="3409201"/>
        <a:ext cx="2163516" cy="986130"/>
      </dsp:txXfrm>
    </dsp:sp>
    <dsp:sp modelId="{E197657A-D654-45F1-B074-535960AFA50C}">
      <dsp:nvSpPr>
        <dsp:cNvPr id="0" name=""/>
        <dsp:cNvSpPr/>
      </dsp:nvSpPr>
      <dsp:spPr>
        <a:xfrm>
          <a:off x="2257536" y="3565839"/>
          <a:ext cx="1075267" cy="1075267"/>
        </a:xfrm>
        <a:prstGeom prst="ellipse">
          <a:avLst/>
        </a:prstGeom>
        <a:blipFill rotWithShape="1">
          <a:blip xmlns:r="http://schemas.openxmlformats.org/officeDocument/2006/relationships" r:embed="rId1"/>
          <a:srcRect/>
          <a:stretch>
            <a:fillRect/>
          </a:stretch>
        </a:blipFill>
        <a:ln w="1905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98524E-75DE-49C5-84E5-27F0E7BE88C5}">
      <dsp:nvSpPr>
        <dsp:cNvPr id="0" name=""/>
        <dsp:cNvSpPr/>
      </dsp:nvSpPr>
      <dsp:spPr>
        <a:xfrm>
          <a:off x="3599194" y="1115874"/>
          <a:ext cx="3072192" cy="2293327"/>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2">
              <a:hueOff val="-10081593"/>
              <a:satOff val="4384"/>
              <a:lumOff val="1275"/>
              <a:alphaOff val="0"/>
            </a:schemeClr>
          </a:solidFill>
          <a:prstDash val="solid"/>
        </a:ln>
        <a:effectLst/>
      </dsp:spPr>
      <dsp:style>
        <a:lnRef idx="2">
          <a:scrgbClr r="0" g="0" b="0"/>
        </a:lnRef>
        <a:fillRef idx="1">
          <a:scrgbClr r="0" g="0" b="0"/>
        </a:fillRef>
        <a:effectRef idx="0">
          <a:scrgbClr r="0" g="0" b="0"/>
        </a:effectRef>
        <a:fontRef idx="minor"/>
      </dsp:style>
    </dsp:sp>
    <dsp:sp modelId="{F154765D-0495-4DE5-A6F7-DEDCDCEC2C77}">
      <dsp:nvSpPr>
        <dsp:cNvPr id="0" name=""/>
        <dsp:cNvSpPr/>
      </dsp:nvSpPr>
      <dsp:spPr>
        <a:xfrm>
          <a:off x="3599194" y="3409201"/>
          <a:ext cx="3072192" cy="986130"/>
        </a:xfrm>
        <a:prstGeom prst="rect">
          <a:avLst/>
        </a:prstGeom>
        <a:solidFill>
          <a:schemeClr val="accent4"/>
        </a:solidFill>
        <a:ln w="19050" cap="flat" cmpd="sng" algn="ctr">
          <a:solidFill>
            <a:schemeClr val="accent2">
              <a:hueOff val="-10081593"/>
              <a:satOff val="4384"/>
              <a:lumOff val="127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ctr" defTabSz="1244600">
            <a:lnSpc>
              <a:spcPct val="90000"/>
            </a:lnSpc>
            <a:spcBef>
              <a:spcPct val="0"/>
            </a:spcBef>
            <a:spcAft>
              <a:spcPct val="35000"/>
            </a:spcAft>
            <a:buNone/>
          </a:pPr>
          <a:r>
            <a:rPr lang="en-US" sz="2800" kern="1200" dirty="0" err="1">
              <a:latin typeface="Times New Roman" panose="02020603050405020304" pitchFamily="18" charset="0"/>
              <a:cs typeface="Times New Roman" panose="02020603050405020304" pitchFamily="18" charset="0"/>
            </a:rPr>
            <a:t>Mục</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tiêu</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nghiên</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cứu</a:t>
          </a:r>
          <a:endParaRPr lang="en-US" sz="2800" kern="1200" dirty="0">
            <a:latin typeface="Times New Roman" panose="02020603050405020304" pitchFamily="18" charset="0"/>
            <a:cs typeface="Times New Roman" panose="02020603050405020304" pitchFamily="18" charset="0"/>
          </a:endParaRPr>
        </a:p>
      </dsp:txBody>
      <dsp:txXfrm>
        <a:off x="3599194" y="3409201"/>
        <a:ext cx="2163516" cy="986130"/>
      </dsp:txXfrm>
    </dsp:sp>
    <dsp:sp modelId="{B7AAED54-4223-4C9A-B31C-E8AC1501FEFF}">
      <dsp:nvSpPr>
        <dsp:cNvPr id="0" name=""/>
        <dsp:cNvSpPr/>
      </dsp:nvSpPr>
      <dsp:spPr>
        <a:xfrm>
          <a:off x="5849618" y="3565839"/>
          <a:ext cx="1075267" cy="1075267"/>
        </a:xfrm>
        <a:prstGeom prst="ellipse">
          <a:avLst/>
        </a:prstGeom>
        <a:blipFill rotWithShape="1">
          <a:blip xmlns:r="http://schemas.openxmlformats.org/officeDocument/2006/relationships" r:embed="rId2"/>
          <a:srcRect/>
          <a:stretch>
            <a:fillRect/>
          </a:stretch>
        </a:blipFill>
        <a:ln w="19050" cap="flat" cmpd="sng" algn="ctr">
          <a:solidFill>
            <a:schemeClr val="accent2">
              <a:tint val="40000"/>
              <a:alpha val="90000"/>
              <a:hueOff val="-10492126"/>
              <a:satOff val="8301"/>
              <a:lumOff val="588"/>
              <a:alphaOff val="0"/>
            </a:schemeClr>
          </a:solidFill>
          <a:prstDash val="solid"/>
        </a:ln>
        <a:effectLst/>
      </dsp:spPr>
      <dsp:style>
        <a:lnRef idx="2">
          <a:scrgbClr r="0" g="0" b="0"/>
        </a:lnRef>
        <a:fillRef idx="1">
          <a:scrgbClr r="0" g="0" b="0"/>
        </a:fillRef>
        <a:effectRef idx="0">
          <a:scrgbClr r="0" g="0" b="0"/>
        </a:effectRef>
        <a:fontRef idx="minor"/>
      </dsp:style>
    </dsp:sp>
    <dsp:sp modelId="{2116B125-1565-4D20-A43D-54454B5A6880}">
      <dsp:nvSpPr>
        <dsp:cNvPr id="0" name=""/>
        <dsp:cNvSpPr/>
      </dsp:nvSpPr>
      <dsp:spPr>
        <a:xfrm>
          <a:off x="7191276" y="1115874"/>
          <a:ext cx="3072192" cy="2293327"/>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2">
              <a:hueOff val="-20163186"/>
              <a:satOff val="8769"/>
              <a:lumOff val="2550"/>
              <a:alphaOff val="0"/>
            </a:schemeClr>
          </a:solidFill>
          <a:prstDash val="solid"/>
        </a:ln>
        <a:effectLst/>
      </dsp:spPr>
      <dsp:style>
        <a:lnRef idx="2">
          <a:scrgbClr r="0" g="0" b="0"/>
        </a:lnRef>
        <a:fillRef idx="1">
          <a:scrgbClr r="0" g="0" b="0"/>
        </a:fillRef>
        <a:effectRef idx="0">
          <a:scrgbClr r="0" g="0" b="0"/>
        </a:effectRef>
        <a:fontRef idx="minor"/>
      </dsp:style>
    </dsp:sp>
    <dsp:sp modelId="{56B5B699-1135-4568-8A0D-810DDF8B5513}">
      <dsp:nvSpPr>
        <dsp:cNvPr id="0" name=""/>
        <dsp:cNvSpPr/>
      </dsp:nvSpPr>
      <dsp:spPr>
        <a:xfrm>
          <a:off x="7191276" y="3409201"/>
          <a:ext cx="3072192" cy="986130"/>
        </a:xfrm>
        <a:prstGeom prst="rect">
          <a:avLst/>
        </a:prstGeom>
        <a:solidFill>
          <a:srgbClr val="00B050"/>
        </a:solidFill>
        <a:ln w="19050" cap="flat" cmpd="sng" algn="ctr">
          <a:solidFill>
            <a:schemeClr val="accent2">
              <a:hueOff val="-20163186"/>
              <a:satOff val="8769"/>
              <a:lumOff val="255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ctr" defTabSz="1244600">
            <a:lnSpc>
              <a:spcPct val="90000"/>
            </a:lnSpc>
            <a:spcBef>
              <a:spcPct val="0"/>
            </a:spcBef>
            <a:spcAft>
              <a:spcPct val="35000"/>
            </a:spcAft>
            <a:buNone/>
          </a:pPr>
          <a:r>
            <a:rPr lang="en-US" sz="2800" kern="1200" dirty="0" err="1">
              <a:latin typeface="Times New Roman" panose="02020603050405020304" pitchFamily="18" charset="0"/>
              <a:cs typeface="Times New Roman" panose="02020603050405020304" pitchFamily="18" charset="0"/>
            </a:rPr>
            <a:t>Đối</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tượng</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nghiên</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cứu</a:t>
          </a:r>
          <a:endParaRPr lang="en-US" sz="2800" kern="1200" dirty="0">
            <a:latin typeface="Times New Roman" panose="02020603050405020304" pitchFamily="18" charset="0"/>
            <a:cs typeface="Times New Roman" panose="02020603050405020304" pitchFamily="18" charset="0"/>
          </a:endParaRPr>
        </a:p>
      </dsp:txBody>
      <dsp:txXfrm>
        <a:off x="7191276" y="3409201"/>
        <a:ext cx="2163516" cy="986130"/>
      </dsp:txXfrm>
    </dsp:sp>
    <dsp:sp modelId="{5CE2BF6D-AD7D-46BD-AD46-FC0DABED0829}">
      <dsp:nvSpPr>
        <dsp:cNvPr id="0" name=""/>
        <dsp:cNvSpPr/>
      </dsp:nvSpPr>
      <dsp:spPr>
        <a:xfrm>
          <a:off x="9441700" y="3565839"/>
          <a:ext cx="1075267" cy="1075267"/>
        </a:xfrm>
        <a:prstGeom prst="ellipse">
          <a:avLst/>
        </a:prstGeom>
        <a:blipFill rotWithShape="1">
          <a:blip xmlns:r="http://schemas.openxmlformats.org/officeDocument/2006/relationships" r:embed="rId3"/>
          <a:srcRect/>
          <a:stretch>
            <a:fillRect l="-42000" r="-42000"/>
          </a:stretch>
        </a:blipFill>
        <a:ln w="19050" cap="flat" cmpd="sng" algn="ctr">
          <a:solidFill>
            <a:schemeClr val="accent2">
              <a:tint val="40000"/>
              <a:alpha val="90000"/>
              <a:hueOff val="-20984251"/>
              <a:satOff val="16603"/>
              <a:lumOff val="1175"/>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B0E06-9E57-4200-8B4D-BF1A0CEE1970}">
      <dsp:nvSpPr>
        <dsp:cNvPr id="0" name=""/>
        <dsp:cNvSpPr/>
      </dsp:nvSpPr>
      <dsp:spPr>
        <a:xfrm>
          <a:off x="0" y="422149"/>
          <a:ext cx="9485595" cy="7056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6B8E896-0C00-4194-AA1B-2296B64B24EF}">
      <dsp:nvSpPr>
        <dsp:cNvPr id="0" name=""/>
        <dsp:cNvSpPr/>
      </dsp:nvSpPr>
      <dsp:spPr>
        <a:xfrm>
          <a:off x="474279" y="8869"/>
          <a:ext cx="7982441" cy="82656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0973" tIns="0" rIns="250973" bIns="0" numCol="1" spcCol="1270" anchor="ctr" anchorCtr="0">
          <a:noAutofit/>
        </a:bodyPr>
        <a:lstStyle/>
        <a:p>
          <a:pPr marL="0" lvl="0" indent="0" algn="l" defTabSz="1244600">
            <a:lnSpc>
              <a:spcPct val="90000"/>
            </a:lnSpc>
            <a:spcBef>
              <a:spcPct val="0"/>
            </a:spcBef>
            <a:spcAft>
              <a:spcPct val="35000"/>
            </a:spcAft>
            <a:buNone/>
          </a:pPr>
          <a:r>
            <a:rPr lang="en-US" sz="2800" kern="1200" dirty="0" err="1">
              <a:latin typeface="Times New Roman" panose="02020603050405020304" pitchFamily="18" charset="0"/>
              <a:cs typeface="Times New Roman" panose="02020603050405020304" pitchFamily="18" charset="0"/>
            </a:rPr>
            <a:t>Thiết</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kế</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phần</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mềm</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ứng</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dụng</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theo</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dõi</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giám</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sát</a:t>
          </a:r>
          <a:r>
            <a:rPr lang="en-US" sz="2800" kern="1200" dirty="0">
              <a:latin typeface="Times New Roman" panose="02020603050405020304" pitchFamily="18" charset="0"/>
              <a:cs typeface="Times New Roman" panose="02020603050405020304" pitchFamily="18" charset="0"/>
            </a:rPr>
            <a:t> </a:t>
          </a:r>
          <a:endParaRPr lang="en-US" sz="2800" kern="1200" dirty="0"/>
        </a:p>
      </dsp:txBody>
      <dsp:txXfrm>
        <a:off x="514628" y="49218"/>
        <a:ext cx="7901743" cy="745862"/>
      </dsp:txXfrm>
    </dsp:sp>
    <dsp:sp modelId="{20999BDB-DC1A-4176-AE25-9A04B33DBE86}">
      <dsp:nvSpPr>
        <dsp:cNvPr id="0" name=""/>
        <dsp:cNvSpPr/>
      </dsp:nvSpPr>
      <dsp:spPr>
        <a:xfrm>
          <a:off x="0" y="1692230"/>
          <a:ext cx="9485595" cy="705600"/>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816C6D1-1FA8-4776-A073-CEEF99CA7277}">
      <dsp:nvSpPr>
        <dsp:cNvPr id="0" name=""/>
        <dsp:cNvSpPr/>
      </dsp:nvSpPr>
      <dsp:spPr>
        <a:xfrm>
          <a:off x="474279" y="1278949"/>
          <a:ext cx="7972348" cy="82656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0973" tIns="0" rIns="250973" bIns="0" numCol="1" spcCol="1270" anchor="ctr" anchorCtr="0">
          <a:noAutofit/>
        </a:bodyPr>
        <a:lstStyle/>
        <a:p>
          <a:pPr marL="0" lvl="0" indent="0" algn="l" defTabSz="1244600">
            <a:lnSpc>
              <a:spcPct val="90000"/>
            </a:lnSpc>
            <a:spcBef>
              <a:spcPct val="0"/>
            </a:spcBef>
            <a:spcAft>
              <a:spcPct val="35000"/>
            </a:spcAft>
            <a:buNone/>
          </a:pPr>
          <a:r>
            <a:rPr lang="en-US" sz="2800" kern="1200">
              <a:latin typeface="Times New Roman" panose="02020603050405020304" pitchFamily="18" charset="0"/>
              <a:cs typeface="Times New Roman" panose="02020603050405020304" pitchFamily="18" charset="0"/>
            </a:rPr>
            <a:t>Thiết kế phần cứng tích hợp công nghệ IoT </a:t>
          </a:r>
          <a:endParaRPr lang="en-US" sz="2800" kern="1200"/>
        </a:p>
      </dsp:txBody>
      <dsp:txXfrm>
        <a:off x="514628" y="1319298"/>
        <a:ext cx="7891650" cy="745862"/>
      </dsp:txXfrm>
    </dsp:sp>
    <dsp:sp modelId="{5A80697D-227D-43D4-A3EF-882837A75222}">
      <dsp:nvSpPr>
        <dsp:cNvPr id="0" name=""/>
        <dsp:cNvSpPr/>
      </dsp:nvSpPr>
      <dsp:spPr>
        <a:xfrm>
          <a:off x="0" y="2962310"/>
          <a:ext cx="9485595" cy="705600"/>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612B3E1-95F2-452F-BE02-FD864A7E1E44}">
      <dsp:nvSpPr>
        <dsp:cNvPr id="0" name=""/>
        <dsp:cNvSpPr/>
      </dsp:nvSpPr>
      <dsp:spPr>
        <a:xfrm>
          <a:off x="474279" y="2549030"/>
          <a:ext cx="8024538" cy="82656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0973" tIns="0" rIns="250973" bIns="0" numCol="1" spcCol="1270" anchor="ctr" anchorCtr="0">
          <a:noAutofit/>
        </a:bodyPr>
        <a:lstStyle/>
        <a:p>
          <a:pPr marL="0" lvl="0" indent="0" algn="l" defTabSz="1244600">
            <a:lnSpc>
              <a:spcPct val="90000"/>
            </a:lnSpc>
            <a:spcBef>
              <a:spcPct val="0"/>
            </a:spcBef>
            <a:spcAft>
              <a:spcPct val="35000"/>
            </a:spcAft>
            <a:buNone/>
          </a:pPr>
          <a:r>
            <a:rPr lang="en-US" sz="2800" kern="1200" dirty="0" err="1">
              <a:latin typeface="Times New Roman" panose="02020603050405020304" pitchFamily="18" charset="0"/>
              <a:cs typeface="Times New Roman" panose="02020603050405020304" pitchFamily="18" charset="0"/>
            </a:rPr>
            <a:t>Thiết</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kế</a:t>
          </a:r>
          <a:r>
            <a:rPr lang="en-US" sz="2800" kern="1200" dirty="0">
              <a:latin typeface="Times New Roman" panose="02020603050405020304" pitchFamily="18" charset="0"/>
              <a:cs typeface="Times New Roman" panose="02020603050405020304" pitchFamily="18" charset="0"/>
            </a:rPr>
            <a:t> app </a:t>
          </a:r>
          <a:r>
            <a:rPr lang="en-US" sz="2800" kern="1200" dirty="0" err="1">
              <a:latin typeface="Times New Roman" panose="02020603050405020304" pitchFamily="18" charset="0"/>
              <a:cs typeface="Times New Roman" panose="02020603050405020304" pitchFamily="18" charset="0"/>
            </a:rPr>
            <a:t>giám</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sát</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quản</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lý</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hệ</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thống</a:t>
          </a:r>
          <a:endParaRPr lang="en-US" sz="2800" kern="1200" dirty="0"/>
        </a:p>
      </dsp:txBody>
      <dsp:txXfrm>
        <a:off x="514628" y="2589379"/>
        <a:ext cx="7943840" cy="7458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530627-0D62-4B33-A1EB-F1169C7150BB}">
      <dsp:nvSpPr>
        <dsp:cNvPr id="0" name=""/>
        <dsp:cNvSpPr/>
      </dsp:nvSpPr>
      <dsp:spPr>
        <a:xfrm>
          <a:off x="129930" y="2739827"/>
          <a:ext cx="662974" cy="1894935"/>
        </a:xfrm>
        <a:custGeom>
          <a:avLst/>
          <a:gdLst/>
          <a:ahLst/>
          <a:cxnLst/>
          <a:rect l="0" t="0" r="0" b="0"/>
          <a:pathLst>
            <a:path>
              <a:moveTo>
                <a:pt x="0" y="0"/>
              </a:moveTo>
              <a:lnTo>
                <a:pt x="331487" y="0"/>
              </a:lnTo>
              <a:lnTo>
                <a:pt x="331487" y="1894935"/>
              </a:lnTo>
              <a:lnTo>
                <a:pt x="662974" y="1894935"/>
              </a:lnTo>
            </a:path>
          </a:pathLst>
        </a:custGeom>
        <a:noFill/>
        <a:ln w="1905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411228" y="3637106"/>
        <a:ext cx="100378" cy="100378"/>
      </dsp:txXfrm>
    </dsp:sp>
    <dsp:sp modelId="{676F2D54-B244-4DEA-8256-11D5ED10957A}">
      <dsp:nvSpPr>
        <dsp:cNvPr id="0" name=""/>
        <dsp:cNvSpPr/>
      </dsp:nvSpPr>
      <dsp:spPr>
        <a:xfrm>
          <a:off x="129930" y="2739827"/>
          <a:ext cx="662974" cy="631645"/>
        </a:xfrm>
        <a:custGeom>
          <a:avLst/>
          <a:gdLst/>
          <a:ahLst/>
          <a:cxnLst/>
          <a:rect l="0" t="0" r="0" b="0"/>
          <a:pathLst>
            <a:path>
              <a:moveTo>
                <a:pt x="0" y="0"/>
              </a:moveTo>
              <a:lnTo>
                <a:pt x="331487" y="0"/>
              </a:lnTo>
              <a:lnTo>
                <a:pt x="331487" y="631645"/>
              </a:lnTo>
              <a:lnTo>
                <a:pt x="662974" y="631645"/>
              </a:lnTo>
            </a:path>
          </a:pathLst>
        </a:custGeom>
        <a:noFill/>
        <a:ln w="1905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8525" y="3032757"/>
        <a:ext cx="45785" cy="45785"/>
      </dsp:txXfrm>
    </dsp:sp>
    <dsp:sp modelId="{C1901DE6-A5F6-4968-BA50-B60B132DBB95}">
      <dsp:nvSpPr>
        <dsp:cNvPr id="0" name=""/>
        <dsp:cNvSpPr/>
      </dsp:nvSpPr>
      <dsp:spPr>
        <a:xfrm>
          <a:off x="129930" y="2108182"/>
          <a:ext cx="662974" cy="631645"/>
        </a:xfrm>
        <a:custGeom>
          <a:avLst/>
          <a:gdLst/>
          <a:ahLst/>
          <a:cxnLst/>
          <a:rect l="0" t="0" r="0" b="0"/>
          <a:pathLst>
            <a:path>
              <a:moveTo>
                <a:pt x="0" y="631645"/>
              </a:moveTo>
              <a:lnTo>
                <a:pt x="331487" y="631645"/>
              </a:lnTo>
              <a:lnTo>
                <a:pt x="331487" y="0"/>
              </a:lnTo>
              <a:lnTo>
                <a:pt x="662974" y="0"/>
              </a:lnTo>
            </a:path>
          </a:pathLst>
        </a:custGeom>
        <a:noFill/>
        <a:ln w="1905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8525" y="2401112"/>
        <a:ext cx="45785" cy="45785"/>
      </dsp:txXfrm>
    </dsp:sp>
    <dsp:sp modelId="{1D3A6D04-27DA-4A5B-8A90-524E784E68F9}">
      <dsp:nvSpPr>
        <dsp:cNvPr id="0" name=""/>
        <dsp:cNvSpPr/>
      </dsp:nvSpPr>
      <dsp:spPr>
        <a:xfrm>
          <a:off x="129930" y="844891"/>
          <a:ext cx="665593" cy="1894935"/>
        </a:xfrm>
        <a:custGeom>
          <a:avLst/>
          <a:gdLst/>
          <a:ahLst/>
          <a:cxnLst/>
          <a:rect l="0" t="0" r="0" b="0"/>
          <a:pathLst>
            <a:path>
              <a:moveTo>
                <a:pt x="0" y="1894935"/>
              </a:moveTo>
              <a:lnTo>
                <a:pt x="332796" y="1894935"/>
              </a:lnTo>
              <a:lnTo>
                <a:pt x="332796" y="0"/>
              </a:lnTo>
              <a:lnTo>
                <a:pt x="665593" y="0"/>
              </a:lnTo>
            </a:path>
          </a:pathLst>
        </a:custGeom>
        <a:noFill/>
        <a:ln w="1905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412516" y="1742148"/>
        <a:ext cx="100421" cy="100421"/>
      </dsp:txXfrm>
    </dsp:sp>
    <dsp:sp modelId="{4F1717F9-6EF5-4289-9699-0CC788E4B44C}">
      <dsp:nvSpPr>
        <dsp:cNvPr id="0" name=""/>
        <dsp:cNvSpPr/>
      </dsp:nvSpPr>
      <dsp:spPr>
        <a:xfrm rot="5400000" flipV="1">
          <a:off x="-2593283" y="2676172"/>
          <a:ext cx="5319118" cy="12730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endParaRPr lang="en-US" sz="800" kern="1200" dirty="0">
            <a:latin typeface="Times New Roman" panose="02020603050405020304" pitchFamily="18" charset="0"/>
            <a:cs typeface="Times New Roman" panose="02020603050405020304" pitchFamily="18" charset="0"/>
          </a:endParaRPr>
        </a:p>
      </dsp:txBody>
      <dsp:txXfrm rot="10800000">
        <a:off x="-2593283" y="2676172"/>
        <a:ext cx="5319118" cy="127309"/>
      </dsp:txXfrm>
    </dsp:sp>
    <dsp:sp modelId="{762E3E27-27ED-4DCC-9BAE-AEBFFE5EB760}">
      <dsp:nvSpPr>
        <dsp:cNvPr id="0" name=""/>
        <dsp:cNvSpPr/>
      </dsp:nvSpPr>
      <dsp:spPr>
        <a:xfrm>
          <a:off x="795523" y="339575"/>
          <a:ext cx="7070826" cy="1010632"/>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marL="0" lvl="0" indent="0" algn="ctr" defTabSz="1555750">
            <a:lnSpc>
              <a:spcPct val="90000"/>
            </a:lnSpc>
            <a:spcBef>
              <a:spcPct val="0"/>
            </a:spcBef>
            <a:spcAft>
              <a:spcPct val="35000"/>
            </a:spcAft>
            <a:buNone/>
          </a:pPr>
          <a:r>
            <a:rPr lang="en-US" sz="3500" kern="1200" dirty="0" err="1">
              <a:latin typeface="Times New Roman" panose="02020603050405020304" pitchFamily="18" charset="0"/>
              <a:cs typeface="Times New Roman" panose="02020603050405020304" pitchFamily="18" charset="0"/>
            </a:rPr>
            <a:t>Công</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cụ</a:t>
          </a:r>
          <a:r>
            <a:rPr lang="en-US" sz="3500" kern="1200" dirty="0">
              <a:latin typeface="Times New Roman" panose="02020603050405020304" pitchFamily="18" charset="0"/>
              <a:cs typeface="Times New Roman" panose="02020603050405020304" pitchFamily="18" charset="0"/>
            </a:rPr>
            <a:t> Blynk IoT</a:t>
          </a:r>
        </a:p>
      </dsp:txBody>
      <dsp:txXfrm>
        <a:off x="795523" y="339575"/>
        <a:ext cx="7070826" cy="1010632"/>
      </dsp:txXfrm>
    </dsp:sp>
    <dsp:sp modelId="{5E28485A-1E3A-4BB8-A23A-8A9B716DD005}">
      <dsp:nvSpPr>
        <dsp:cNvPr id="0" name=""/>
        <dsp:cNvSpPr/>
      </dsp:nvSpPr>
      <dsp:spPr>
        <a:xfrm>
          <a:off x="792905" y="1602865"/>
          <a:ext cx="7070826" cy="1010632"/>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marL="0" lvl="0" indent="0" algn="ctr" defTabSz="1555750">
            <a:lnSpc>
              <a:spcPct val="90000"/>
            </a:lnSpc>
            <a:spcBef>
              <a:spcPct val="0"/>
            </a:spcBef>
            <a:spcAft>
              <a:spcPct val="35000"/>
            </a:spcAft>
            <a:buNone/>
          </a:pPr>
          <a:r>
            <a:rPr lang="en-US" sz="3500" kern="1200" dirty="0" err="1">
              <a:latin typeface="Times New Roman" panose="02020603050405020304" pitchFamily="18" charset="0"/>
              <a:cs typeface="Times New Roman" panose="02020603050405020304" pitchFamily="18" charset="0"/>
            </a:rPr>
            <a:t>Ngôn</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ngữ</a:t>
          </a:r>
          <a:r>
            <a:rPr lang="en-US" sz="3500" kern="1200" dirty="0">
              <a:latin typeface="Times New Roman" panose="02020603050405020304" pitchFamily="18" charset="0"/>
              <a:cs typeface="Times New Roman" panose="02020603050405020304" pitchFamily="18" charset="0"/>
            </a:rPr>
            <a:t> C++ </a:t>
          </a:r>
          <a:r>
            <a:rPr lang="en-US" sz="3500" kern="1200" dirty="0" err="1">
              <a:latin typeface="Times New Roman" panose="02020603050405020304" pitchFamily="18" charset="0"/>
              <a:cs typeface="Times New Roman" panose="02020603050405020304" pitchFamily="18" charset="0"/>
            </a:rPr>
            <a:t>và</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phần</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mềm</a:t>
          </a:r>
          <a:r>
            <a:rPr lang="en-US" sz="3500" kern="1200" dirty="0">
              <a:latin typeface="Times New Roman" panose="02020603050405020304" pitchFamily="18" charset="0"/>
              <a:cs typeface="Times New Roman" panose="02020603050405020304" pitchFamily="18" charset="0"/>
            </a:rPr>
            <a:t> Arduino</a:t>
          </a:r>
        </a:p>
      </dsp:txBody>
      <dsp:txXfrm>
        <a:off x="792905" y="1602865"/>
        <a:ext cx="7070826" cy="1010632"/>
      </dsp:txXfrm>
    </dsp:sp>
    <dsp:sp modelId="{FF0F55D6-885A-4E46-BF11-B5E7A7A29D09}">
      <dsp:nvSpPr>
        <dsp:cNvPr id="0" name=""/>
        <dsp:cNvSpPr/>
      </dsp:nvSpPr>
      <dsp:spPr>
        <a:xfrm>
          <a:off x="792905" y="2866156"/>
          <a:ext cx="7070826" cy="1010632"/>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marL="0" lvl="0" indent="0" algn="ctr" defTabSz="1555750">
            <a:lnSpc>
              <a:spcPct val="90000"/>
            </a:lnSpc>
            <a:spcBef>
              <a:spcPct val="0"/>
            </a:spcBef>
            <a:spcAft>
              <a:spcPct val="35000"/>
            </a:spcAft>
            <a:buNone/>
          </a:pPr>
          <a:r>
            <a:rPr lang="en-US" sz="3500" kern="1200" dirty="0">
              <a:latin typeface="Times New Roman" panose="02020603050405020304" pitchFamily="18" charset="0"/>
              <a:cs typeface="Times New Roman" panose="02020603050405020304" pitchFamily="18" charset="0"/>
            </a:rPr>
            <a:t>Vi </a:t>
          </a:r>
          <a:r>
            <a:rPr lang="en-US" sz="3500" kern="1200" dirty="0" err="1">
              <a:latin typeface="Times New Roman" panose="02020603050405020304" pitchFamily="18" charset="0"/>
              <a:cs typeface="Times New Roman" panose="02020603050405020304" pitchFamily="18" charset="0"/>
            </a:rPr>
            <a:t>Điều</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Khiển</a:t>
          </a:r>
          <a:r>
            <a:rPr lang="en-US" sz="3500" kern="1200" dirty="0">
              <a:latin typeface="Times New Roman" panose="02020603050405020304" pitchFamily="18" charset="0"/>
              <a:cs typeface="Times New Roman" panose="02020603050405020304" pitchFamily="18" charset="0"/>
            </a:rPr>
            <a:t> ESP32</a:t>
          </a:r>
        </a:p>
      </dsp:txBody>
      <dsp:txXfrm>
        <a:off x="792905" y="2866156"/>
        <a:ext cx="7070826" cy="1010632"/>
      </dsp:txXfrm>
    </dsp:sp>
    <dsp:sp modelId="{DA0D7DB1-D437-4C06-A7AA-E23FB1BA15EF}">
      <dsp:nvSpPr>
        <dsp:cNvPr id="0" name=""/>
        <dsp:cNvSpPr/>
      </dsp:nvSpPr>
      <dsp:spPr>
        <a:xfrm>
          <a:off x="792905" y="4129447"/>
          <a:ext cx="7070826" cy="1010632"/>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marL="0" lvl="0" indent="0" algn="ctr" defTabSz="1555750">
            <a:lnSpc>
              <a:spcPct val="90000"/>
            </a:lnSpc>
            <a:spcBef>
              <a:spcPct val="0"/>
            </a:spcBef>
            <a:spcAft>
              <a:spcPct val="35000"/>
            </a:spcAft>
            <a:buNone/>
          </a:pPr>
          <a:r>
            <a:rPr lang="en-US" sz="3500" kern="1200" dirty="0" err="1">
              <a:latin typeface="Times New Roman" panose="02020603050405020304" pitchFamily="18" charset="0"/>
              <a:cs typeface="Times New Roman" panose="02020603050405020304" pitchFamily="18" charset="0"/>
            </a:rPr>
            <a:t>Thẻ</a:t>
          </a:r>
          <a:r>
            <a:rPr lang="en-US" sz="3500" kern="1200" dirty="0">
              <a:latin typeface="Times New Roman" panose="02020603050405020304" pitchFamily="18" charset="0"/>
              <a:cs typeface="Times New Roman" panose="02020603050405020304" pitchFamily="18" charset="0"/>
            </a:rPr>
            <a:t> RFID</a:t>
          </a:r>
        </a:p>
      </dsp:txBody>
      <dsp:txXfrm>
        <a:off x="792905" y="4129447"/>
        <a:ext cx="7070826" cy="101063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CAFE67-09EC-4503-9FEA-1E3BD5DF0DB3}">
      <dsp:nvSpPr>
        <dsp:cNvPr id="0" name=""/>
        <dsp:cNvSpPr/>
      </dsp:nvSpPr>
      <dsp:spPr>
        <a:xfrm rot="5400000">
          <a:off x="7265702" y="-3423968"/>
          <a:ext cx="957638" cy="7810070"/>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err="1">
              <a:latin typeface="Times New Roman" panose="02020603050405020304" pitchFamily="18" charset="0"/>
              <a:cs typeface="Times New Roman" panose="02020603050405020304" pitchFamily="18" charset="0"/>
            </a:rPr>
            <a:t>Nhập</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mật</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khẩu</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cho</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cửa</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dễ</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dàng</a:t>
          </a:r>
          <a:r>
            <a:rPr lang="en-US" sz="1600" kern="1200" dirty="0">
              <a:latin typeface="Times New Roman" panose="02020603050405020304" pitchFamily="18" charset="0"/>
              <a:cs typeface="Times New Roman" panose="02020603050405020304" pitchFamily="18" charset="0"/>
            </a:rPr>
            <a:t>.</a:t>
          </a:r>
        </a:p>
        <a:p>
          <a:pPr marL="171450" lvl="1" indent="-171450" algn="l" defTabSz="711200">
            <a:lnSpc>
              <a:spcPct val="90000"/>
            </a:lnSpc>
            <a:spcBef>
              <a:spcPct val="0"/>
            </a:spcBef>
            <a:spcAft>
              <a:spcPct val="15000"/>
            </a:spcAft>
            <a:buFont typeface="Arial" panose="020B0604020202020204" pitchFamily="34" charset="0"/>
            <a:buChar char="•"/>
          </a:pPr>
          <a:r>
            <a:rPr lang="en-US" sz="1600" b="0" i="0" kern="1200" dirty="0" err="1">
              <a:latin typeface="Times New Roman" panose="02020603050405020304" pitchFamily="18" charset="0"/>
              <a:cs typeface="Times New Roman" panose="02020603050405020304" pitchFamily="18" charset="0"/>
            </a:rPr>
            <a:t>Thay</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đổi</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mật</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khẩu</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dễ</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dàng</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khi</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chủ</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phòng</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muốn</a:t>
          </a:r>
          <a:r>
            <a:rPr lang="en-US" sz="1600" b="0" i="0" kern="1200" dirty="0">
              <a:latin typeface="Times New Roman" panose="02020603050405020304" pitchFamily="18" charset="0"/>
              <a:cs typeface="Times New Roman" panose="02020603050405020304" pitchFamily="18" charset="0"/>
            </a:rPr>
            <a:t>.</a:t>
          </a:r>
        </a:p>
        <a:p>
          <a:pPr marL="171450" lvl="1" indent="-171450" algn="l" defTabSz="711200">
            <a:lnSpc>
              <a:spcPct val="90000"/>
            </a:lnSpc>
            <a:spcBef>
              <a:spcPct val="0"/>
            </a:spcBef>
            <a:spcAft>
              <a:spcPct val="15000"/>
            </a:spcAft>
            <a:buFont typeface="Arial" panose="020B0604020202020204" pitchFamily="34" charset="0"/>
            <a:buChar char="•"/>
          </a:pPr>
          <a:r>
            <a:rPr lang="en-US" sz="1600" b="0" i="0" kern="1200" dirty="0">
              <a:latin typeface="Times New Roman" panose="02020603050405020304" pitchFamily="18" charset="0"/>
              <a:cs typeface="Times New Roman" panose="02020603050405020304" pitchFamily="18" charset="0"/>
            </a:rPr>
            <a:t>Reset </a:t>
          </a:r>
          <a:r>
            <a:rPr lang="en-US" sz="1600" b="0" i="0" kern="1200" dirty="0" err="1">
              <a:latin typeface="Times New Roman" panose="02020603050405020304" pitchFamily="18" charset="0"/>
              <a:cs typeface="Times New Roman" panose="02020603050405020304" pitchFamily="18" charset="0"/>
            </a:rPr>
            <a:t>hệ</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thống</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về</a:t>
          </a:r>
          <a:r>
            <a:rPr lang="en-US" sz="1600" b="0" i="0" kern="1200" dirty="0">
              <a:latin typeface="Times New Roman" panose="02020603050405020304" pitchFamily="18" charset="0"/>
              <a:cs typeface="Times New Roman" panose="02020603050405020304" pitchFamily="18" charset="0"/>
            </a:rPr>
            <a:t> ban </a:t>
          </a:r>
          <a:r>
            <a:rPr lang="en-US" sz="1600" b="0" i="0" kern="1200" dirty="0" err="1">
              <a:latin typeface="Times New Roman" panose="02020603050405020304" pitchFamily="18" charset="0"/>
              <a:cs typeface="Times New Roman" panose="02020603050405020304" pitchFamily="18" charset="0"/>
            </a:rPr>
            <a:t>đầu</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khi</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quên</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mật</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khẩu</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hoặc</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bị</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lộ</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thông</a:t>
          </a:r>
          <a:r>
            <a:rPr lang="en-US" sz="1600" b="0" i="0" kern="1200" dirty="0">
              <a:latin typeface="Times New Roman" panose="02020603050405020304" pitchFamily="18" charset="0"/>
              <a:cs typeface="Times New Roman" panose="02020603050405020304" pitchFamily="18" charset="0"/>
            </a:rPr>
            <a:t> tin.</a:t>
          </a:r>
        </a:p>
        <a:p>
          <a:pPr marL="171450" lvl="1" indent="-171450" algn="l" defTabSz="711200">
            <a:lnSpc>
              <a:spcPct val="90000"/>
            </a:lnSpc>
            <a:spcBef>
              <a:spcPct val="0"/>
            </a:spcBef>
            <a:spcAft>
              <a:spcPct val="15000"/>
            </a:spcAft>
            <a:buFont typeface="Arial" panose="020B0604020202020204" pitchFamily="34" charset="0"/>
            <a:buChar char="•"/>
          </a:pPr>
          <a:r>
            <a:rPr lang="en-US" sz="1600" b="0" i="0" kern="1200" dirty="0" err="1">
              <a:latin typeface="Times New Roman" panose="02020603050405020304" pitchFamily="18" charset="0"/>
              <a:cs typeface="Times New Roman" panose="02020603050405020304" pitchFamily="18" charset="0"/>
            </a:rPr>
            <a:t>Nhập</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mật</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khẩu</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sai</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quá</a:t>
          </a:r>
          <a:r>
            <a:rPr lang="en-US" sz="1600" b="0" i="0" kern="1200" dirty="0">
              <a:latin typeface="Times New Roman" panose="02020603050405020304" pitchFamily="18" charset="0"/>
              <a:cs typeface="Times New Roman" panose="02020603050405020304" pitchFamily="18" charset="0"/>
            </a:rPr>
            <a:t> 3 </a:t>
          </a:r>
          <a:r>
            <a:rPr lang="en-US" sz="1600" b="0" i="0" kern="1200" dirty="0" err="1">
              <a:latin typeface="Times New Roman" panose="02020603050405020304" pitchFamily="18" charset="0"/>
              <a:cs typeface="Times New Roman" panose="02020603050405020304" pitchFamily="18" charset="0"/>
            </a:rPr>
            <a:t>lần</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sẽ</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báo</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động</a:t>
          </a:r>
          <a:r>
            <a:rPr lang="en-US" sz="1600" b="0" i="0" kern="1200" dirty="0">
              <a:latin typeface="Times New Roman" panose="02020603050405020304" pitchFamily="18" charset="0"/>
              <a:cs typeface="Times New Roman" panose="02020603050405020304" pitchFamily="18" charset="0"/>
            </a:rPr>
            <a:t> 10s.</a:t>
          </a:r>
        </a:p>
      </dsp:txBody>
      <dsp:txXfrm rot="-5400000">
        <a:off x="3839486" y="48996"/>
        <a:ext cx="7763322" cy="864142"/>
      </dsp:txXfrm>
    </dsp:sp>
    <dsp:sp modelId="{370F1BBE-DAFD-4106-84AF-64B4D43EE5BD}">
      <dsp:nvSpPr>
        <dsp:cNvPr id="0" name=""/>
        <dsp:cNvSpPr/>
      </dsp:nvSpPr>
      <dsp:spPr>
        <a:xfrm>
          <a:off x="554761" y="10695"/>
          <a:ext cx="3284725" cy="94074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b="1" i="0" kern="1200" dirty="0"/>
            <a:t>1</a:t>
          </a:r>
          <a:r>
            <a:rPr lang="en-US" sz="2400" b="1" i="0" kern="1200" dirty="0"/>
            <a:t>. </a:t>
          </a:r>
          <a:r>
            <a:rPr lang="en-US" sz="2400" b="1" i="0" kern="1200" dirty="0" err="1"/>
            <a:t>Sử</a:t>
          </a:r>
          <a:r>
            <a:rPr lang="en-US" sz="2400" b="1" i="0" kern="1200" dirty="0"/>
            <a:t> </a:t>
          </a:r>
          <a:r>
            <a:rPr lang="en-US" sz="2400" b="1" i="0" kern="1200" dirty="0" err="1"/>
            <a:t>dụng</a:t>
          </a:r>
          <a:r>
            <a:rPr lang="en-US" sz="2400" b="1" i="0" kern="1200" dirty="0"/>
            <a:t> KEYPAD</a:t>
          </a:r>
          <a:endParaRPr lang="en-US" sz="2600" kern="1200" dirty="0"/>
        </a:p>
      </dsp:txBody>
      <dsp:txXfrm>
        <a:off x="600684" y="56618"/>
        <a:ext cx="3192879" cy="848896"/>
      </dsp:txXfrm>
    </dsp:sp>
    <dsp:sp modelId="{DBC9B97B-8A8F-4E95-9C21-4AFDEA7EA70F}">
      <dsp:nvSpPr>
        <dsp:cNvPr id="0" name=""/>
        <dsp:cNvSpPr/>
      </dsp:nvSpPr>
      <dsp:spPr>
        <a:xfrm rot="5400000">
          <a:off x="7356168" y="-2431558"/>
          <a:ext cx="752594" cy="781770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b="0" i="0" kern="1200" dirty="0" err="1">
              <a:latin typeface="Times New Roman" panose="02020603050405020304" pitchFamily="18" charset="0"/>
              <a:cs typeface="Times New Roman" panose="02020603050405020304" pitchFamily="18" charset="0"/>
            </a:rPr>
            <a:t>Chỉ</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cần</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quẹt</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thẻ</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vào</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hệ</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thống</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cảm</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biến</a:t>
          </a:r>
          <a:r>
            <a:rPr lang="en-US" sz="1600" b="0" i="0" kern="1200" dirty="0">
              <a:latin typeface="Times New Roman" panose="02020603050405020304" pitchFamily="18" charset="0"/>
              <a:cs typeface="Times New Roman" panose="02020603050405020304" pitchFamily="18" charset="0"/>
            </a:rPr>
            <a:t> , </a:t>
          </a:r>
          <a:r>
            <a:rPr lang="en-US" sz="1600" b="0" i="0" kern="1200" dirty="0" err="1">
              <a:latin typeface="Times New Roman" panose="02020603050405020304" pitchFamily="18" charset="0"/>
              <a:cs typeface="Times New Roman" panose="02020603050405020304" pitchFamily="18" charset="0"/>
            </a:rPr>
            <a:t>cửa</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sẽ</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tự</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động</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mở</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trong</a:t>
          </a:r>
          <a:r>
            <a:rPr lang="en-US" sz="1600" b="0" i="0" kern="1200" dirty="0">
              <a:latin typeface="Times New Roman" panose="02020603050405020304" pitchFamily="18" charset="0"/>
              <a:cs typeface="Times New Roman" panose="02020603050405020304" pitchFamily="18" charset="0"/>
            </a:rPr>
            <a:t> 3s.</a:t>
          </a:r>
          <a:endParaRPr lang="en-US" sz="1600" b="0" kern="1200" dirty="0">
            <a:latin typeface="Times New Roman" panose="02020603050405020304" pitchFamily="18" charset="0"/>
            <a:cs typeface="Times New Roman" panose="02020603050405020304" pitchFamily="18" charset="0"/>
          </a:endParaRPr>
        </a:p>
        <a:p>
          <a:pPr marL="171450" lvl="1" indent="-171450" algn="l" defTabSz="711200">
            <a:lnSpc>
              <a:spcPct val="90000"/>
            </a:lnSpc>
            <a:spcBef>
              <a:spcPct val="0"/>
            </a:spcBef>
            <a:spcAft>
              <a:spcPct val="15000"/>
            </a:spcAft>
            <a:buFont typeface="Arial" panose="020B0604020202020204" pitchFamily="34" charset="0"/>
            <a:buChar char="•"/>
          </a:pPr>
          <a:r>
            <a:rPr lang="en-US" sz="1600" b="0" i="0" kern="1200" dirty="0" err="1">
              <a:latin typeface="Times New Roman" panose="02020603050405020304" pitchFamily="18" charset="0"/>
              <a:cs typeface="Times New Roman" panose="02020603050405020304" pitchFamily="18" charset="0"/>
            </a:rPr>
            <a:t>Quẹt</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thẻ</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sai</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quá</a:t>
          </a:r>
          <a:r>
            <a:rPr lang="en-US" sz="1600" b="0" i="0" kern="1200" dirty="0">
              <a:latin typeface="Times New Roman" panose="02020603050405020304" pitchFamily="18" charset="0"/>
              <a:cs typeface="Times New Roman" panose="02020603050405020304" pitchFamily="18" charset="0"/>
            </a:rPr>
            <a:t> 3 </a:t>
          </a:r>
          <a:r>
            <a:rPr lang="en-US" sz="1600" b="0" i="0" kern="1200" dirty="0" err="1">
              <a:latin typeface="Times New Roman" panose="02020603050405020304" pitchFamily="18" charset="0"/>
              <a:cs typeface="Times New Roman" panose="02020603050405020304" pitchFamily="18" charset="0"/>
            </a:rPr>
            <a:t>lần</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sẽ</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báo</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động</a:t>
          </a:r>
          <a:r>
            <a:rPr lang="en-US" sz="1600" b="0" i="0" kern="1200" dirty="0">
              <a:latin typeface="Times New Roman" panose="02020603050405020304" pitchFamily="18" charset="0"/>
              <a:cs typeface="Times New Roman" panose="02020603050405020304" pitchFamily="18" charset="0"/>
            </a:rPr>
            <a:t> 10s. </a:t>
          </a:r>
          <a:endParaRPr lang="en-US" sz="1600" b="0" kern="1200" dirty="0">
            <a:latin typeface="Times New Roman" panose="02020603050405020304" pitchFamily="18" charset="0"/>
            <a:cs typeface="Times New Roman" panose="02020603050405020304" pitchFamily="18" charset="0"/>
          </a:endParaRPr>
        </a:p>
      </dsp:txBody>
      <dsp:txXfrm rot="-5400000">
        <a:off x="3823614" y="1137735"/>
        <a:ext cx="7780965" cy="679116"/>
      </dsp:txXfrm>
    </dsp:sp>
    <dsp:sp modelId="{7710B54A-ED12-4952-84F3-CBD7B9C933FF}">
      <dsp:nvSpPr>
        <dsp:cNvPr id="0" name=""/>
        <dsp:cNvSpPr/>
      </dsp:nvSpPr>
      <dsp:spPr>
        <a:xfrm>
          <a:off x="554761" y="1006922"/>
          <a:ext cx="3268851" cy="94074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i="0" kern="1200" dirty="0"/>
            <a:t>2. </a:t>
          </a:r>
          <a:r>
            <a:rPr lang="en-US" sz="2400" b="1" i="0" kern="1200" dirty="0" err="1"/>
            <a:t>Sử</a:t>
          </a:r>
          <a:r>
            <a:rPr lang="en-US" sz="2400" b="1" i="0" kern="1200" dirty="0"/>
            <a:t> </a:t>
          </a:r>
          <a:r>
            <a:rPr lang="en-US" sz="2400" b="1" i="0" kern="1200" dirty="0" err="1"/>
            <a:t>dụng</a:t>
          </a:r>
          <a:r>
            <a:rPr lang="en-US" sz="2400" b="1" i="0" kern="1200" dirty="0"/>
            <a:t> </a:t>
          </a:r>
          <a:r>
            <a:rPr lang="en-US" sz="2400" b="1" i="0" kern="1200" dirty="0" err="1"/>
            <a:t>thẻ</a:t>
          </a:r>
          <a:r>
            <a:rPr lang="en-US" sz="2400" b="1" i="0" kern="1200" dirty="0"/>
            <a:t> RFID</a:t>
          </a:r>
          <a:endParaRPr lang="en-US" sz="2400" kern="1200" dirty="0"/>
        </a:p>
      </dsp:txBody>
      <dsp:txXfrm>
        <a:off x="600684" y="1052845"/>
        <a:ext cx="3177005" cy="848896"/>
      </dsp:txXfrm>
    </dsp:sp>
    <dsp:sp modelId="{5861F45D-720F-4FEC-95C9-1922869FDA20}">
      <dsp:nvSpPr>
        <dsp:cNvPr id="0" name=""/>
        <dsp:cNvSpPr/>
      </dsp:nvSpPr>
      <dsp:spPr>
        <a:xfrm rot="5400000">
          <a:off x="7341788" y="-1443778"/>
          <a:ext cx="752594" cy="781770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err="1">
              <a:latin typeface="Tw Cen MT (Body)"/>
            </a:rPr>
            <a:t>Điều</a:t>
          </a:r>
          <a:r>
            <a:rPr lang="en-US" sz="1700" kern="1200" dirty="0">
              <a:latin typeface="Tw Cen MT (Body)"/>
            </a:rPr>
            <a:t> </a:t>
          </a:r>
          <a:r>
            <a:rPr lang="en-US" sz="1700" kern="1200" dirty="0" err="1">
              <a:latin typeface="Tw Cen MT (Body)"/>
            </a:rPr>
            <a:t>khiển</a:t>
          </a:r>
          <a:r>
            <a:rPr lang="en-US" sz="1700" kern="1200" dirty="0">
              <a:latin typeface="Tw Cen MT (Body)"/>
            </a:rPr>
            <a:t> </a:t>
          </a:r>
          <a:r>
            <a:rPr lang="en-US" sz="1700" kern="1200" dirty="0" err="1">
              <a:latin typeface="Tw Cen MT (Body)"/>
            </a:rPr>
            <a:t>cửa</a:t>
          </a:r>
          <a:r>
            <a:rPr lang="en-US" sz="1700" kern="1200" dirty="0">
              <a:latin typeface="Tw Cen MT (Body)"/>
            </a:rPr>
            <a:t> </a:t>
          </a:r>
          <a:r>
            <a:rPr lang="en-US" sz="1700" kern="1200" dirty="0" err="1">
              <a:latin typeface="Tw Cen MT (Body)"/>
            </a:rPr>
            <a:t>thông</a:t>
          </a:r>
          <a:r>
            <a:rPr lang="en-US" sz="1700" kern="1200" dirty="0">
              <a:latin typeface="Tw Cen MT (Body)"/>
            </a:rPr>
            <a:t> </a:t>
          </a:r>
          <a:r>
            <a:rPr lang="en-US" sz="1700" kern="1200" dirty="0" err="1">
              <a:latin typeface="Tw Cen MT (Body)"/>
            </a:rPr>
            <a:t>minh</a:t>
          </a:r>
          <a:r>
            <a:rPr lang="en-US" sz="1700" kern="1200" dirty="0">
              <a:latin typeface="Tw Cen MT (Body)"/>
            </a:rPr>
            <a:t> </a:t>
          </a:r>
          <a:r>
            <a:rPr lang="en-US" sz="1700" kern="1200" dirty="0" err="1">
              <a:latin typeface="Tw Cen MT (Body)"/>
            </a:rPr>
            <a:t>và</a:t>
          </a:r>
          <a:r>
            <a:rPr lang="en-US" sz="1700" kern="1200" dirty="0">
              <a:latin typeface="Tw Cen MT (Body)"/>
            </a:rPr>
            <a:t> </a:t>
          </a:r>
          <a:r>
            <a:rPr lang="en-US" sz="1700" kern="1200" dirty="0" err="1">
              <a:latin typeface="Tw Cen MT (Body)"/>
            </a:rPr>
            <a:t>theo</a:t>
          </a:r>
          <a:r>
            <a:rPr lang="en-US" sz="1700" kern="1200" dirty="0">
              <a:latin typeface="Tw Cen MT (Body)"/>
            </a:rPr>
            <a:t> </a:t>
          </a:r>
          <a:r>
            <a:rPr lang="en-US" sz="1700" kern="1200" dirty="0" err="1">
              <a:latin typeface="Tw Cen MT (Body)"/>
            </a:rPr>
            <a:t>dõi</a:t>
          </a:r>
          <a:r>
            <a:rPr lang="en-US" sz="1700" kern="1200" dirty="0">
              <a:latin typeface="Tw Cen MT (Body)"/>
            </a:rPr>
            <a:t> </a:t>
          </a:r>
          <a:r>
            <a:rPr lang="en-US" sz="1700" kern="1200" dirty="0" err="1">
              <a:latin typeface="Tw Cen MT (Body)"/>
            </a:rPr>
            <a:t>hoạt</a:t>
          </a:r>
          <a:r>
            <a:rPr lang="en-US" sz="1700" kern="1200" dirty="0">
              <a:latin typeface="Tw Cen MT (Body)"/>
            </a:rPr>
            <a:t> </a:t>
          </a:r>
          <a:r>
            <a:rPr lang="en-US" sz="1700" kern="1200" dirty="0" err="1">
              <a:latin typeface="Tw Cen MT (Body)"/>
            </a:rPr>
            <a:t>động</a:t>
          </a:r>
          <a:r>
            <a:rPr lang="en-US" sz="1700" kern="1200" dirty="0">
              <a:latin typeface="Tw Cen MT (Body)"/>
            </a:rPr>
            <a:t> </a:t>
          </a:r>
          <a:r>
            <a:rPr lang="en-US" sz="1700" kern="1200" dirty="0" err="1">
              <a:latin typeface="Tw Cen MT (Body)"/>
            </a:rPr>
            <a:t>của</a:t>
          </a:r>
          <a:r>
            <a:rPr lang="en-US" sz="1700" kern="1200" dirty="0">
              <a:latin typeface="Tw Cen MT (Body)"/>
            </a:rPr>
            <a:t> </a:t>
          </a:r>
          <a:r>
            <a:rPr lang="en-US" sz="1700" kern="1200" dirty="0" err="1">
              <a:latin typeface="Tw Cen MT (Body)"/>
            </a:rPr>
            <a:t>từng</a:t>
          </a:r>
          <a:r>
            <a:rPr lang="en-US" sz="1700" kern="1200" dirty="0">
              <a:latin typeface="Tw Cen MT (Body)"/>
            </a:rPr>
            <a:t> </a:t>
          </a:r>
          <a:r>
            <a:rPr lang="en-US" sz="1700" kern="1200" dirty="0" err="1">
              <a:latin typeface="Tw Cen MT (Body)"/>
            </a:rPr>
            <a:t>cá</a:t>
          </a:r>
          <a:r>
            <a:rPr lang="en-US" sz="1700" kern="1200" dirty="0">
              <a:latin typeface="Tw Cen MT (Body)"/>
            </a:rPr>
            <a:t> </a:t>
          </a:r>
          <a:r>
            <a:rPr lang="en-US" sz="1700" kern="1200" dirty="0" err="1">
              <a:latin typeface="Tw Cen MT (Body)"/>
            </a:rPr>
            <a:t>nhân</a:t>
          </a:r>
          <a:r>
            <a:rPr lang="en-US" sz="1700" kern="1200" dirty="0">
              <a:latin typeface="Tw Cen MT (Body)"/>
            </a:rPr>
            <a:t> </a:t>
          </a:r>
          <a:r>
            <a:rPr lang="en-US" sz="1700" kern="1200" dirty="0" err="1">
              <a:latin typeface="Tw Cen MT (Body)"/>
            </a:rPr>
            <a:t>thông</a:t>
          </a:r>
          <a:r>
            <a:rPr lang="en-US" sz="1700" kern="1200" dirty="0">
              <a:latin typeface="Tw Cen MT (Body)"/>
            </a:rPr>
            <a:t> qua app </a:t>
          </a:r>
          <a:r>
            <a:rPr lang="en-US" sz="1700" kern="1200" dirty="0" err="1">
              <a:latin typeface="Tw Cen MT (Body)"/>
            </a:rPr>
            <a:t>theo</a:t>
          </a:r>
          <a:r>
            <a:rPr lang="en-US" sz="1700" kern="1200" dirty="0">
              <a:latin typeface="Tw Cen MT (Body)"/>
            </a:rPr>
            <a:t> </a:t>
          </a:r>
          <a:r>
            <a:rPr lang="en-US" sz="1700" kern="1200" dirty="0" err="1">
              <a:latin typeface="Tw Cen MT (Body)"/>
            </a:rPr>
            <a:t>dõi</a:t>
          </a:r>
          <a:r>
            <a:rPr lang="en-US" sz="1700" kern="1200" dirty="0">
              <a:latin typeface="Tw Cen MT (Body)"/>
            </a:rPr>
            <a:t> </a:t>
          </a:r>
          <a:r>
            <a:rPr lang="en-US" sz="1700" kern="1200" dirty="0" err="1">
              <a:latin typeface="Tw Cen MT (Body)"/>
            </a:rPr>
            <a:t>kết</a:t>
          </a:r>
          <a:r>
            <a:rPr lang="en-US" sz="1700" kern="1200" dirty="0">
              <a:latin typeface="Tw Cen MT (Body)"/>
            </a:rPr>
            <a:t> </a:t>
          </a:r>
          <a:r>
            <a:rPr lang="en-US" sz="1700" kern="1200" dirty="0" err="1">
              <a:latin typeface="Tw Cen MT (Body)"/>
            </a:rPr>
            <a:t>nối</a:t>
          </a:r>
          <a:r>
            <a:rPr lang="en-US" sz="1700" kern="1200" dirty="0">
              <a:latin typeface="Tw Cen MT (Body)"/>
            </a:rPr>
            <a:t> </a:t>
          </a:r>
          <a:r>
            <a:rPr lang="en-US" sz="1700" kern="1200" dirty="0" err="1">
              <a:latin typeface="Tw Cen MT (Body)"/>
            </a:rPr>
            <a:t>Wifi</a:t>
          </a:r>
          <a:endParaRPr lang="en-US" sz="1700" kern="1200" dirty="0">
            <a:latin typeface="Tw Cen MT (Body)"/>
          </a:endParaRPr>
        </a:p>
      </dsp:txBody>
      <dsp:txXfrm rot="-5400000">
        <a:off x="3809234" y="2125515"/>
        <a:ext cx="7780965" cy="679116"/>
      </dsp:txXfrm>
    </dsp:sp>
    <dsp:sp modelId="{C15B8945-5A5B-4791-AAE0-72E89C72A16A}">
      <dsp:nvSpPr>
        <dsp:cNvPr id="0" name=""/>
        <dsp:cNvSpPr/>
      </dsp:nvSpPr>
      <dsp:spPr>
        <a:xfrm>
          <a:off x="554761" y="1994702"/>
          <a:ext cx="3254471" cy="94074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i="0" kern="1200" dirty="0"/>
            <a:t>3. </a:t>
          </a:r>
          <a:r>
            <a:rPr lang="en-US" sz="2400" b="1" i="0" kern="1200" dirty="0" err="1"/>
            <a:t>Điều</a:t>
          </a:r>
          <a:r>
            <a:rPr lang="en-US" sz="2400" b="1" i="0" kern="1200" dirty="0"/>
            <a:t> </a:t>
          </a:r>
          <a:r>
            <a:rPr lang="en-US" sz="2400" b="1" i="0" kern="1200" dirty="0" err="1"/>
            <a:t>khiển</a:t>
          </a:r>
          <a:r>
            <a:rPr lang="en-US" sz="2400" b="1" i="0" kern="1200" dirty="0"/>
            <a:t> </a:t>
          </a:r>
          <a:r>
            <a:rPr lang="en-US" sz="2400" b="1" i="0" kern="1200" dirty="0" err="1"/>
            <a:t>và</a:t>
          </a:r>
          <a:r>
            <a:rPr lang="en-US" sz="2400" b="1" i="0" kern="1200" dirty="0"/>
            <a:t> </a:t>
          </a:r>
          <a:r>
            <a:rPr lang="en-US" sz="2400" b="1" i="0" kern="1200" dirty="0" err="1"/>
            <a:t>theo</a:t>
          </a:r>
          <a:r>
            <a:rPr lang="en-US" sz="2400" b="1" i="0" kern="1200" dirty="0"/>
            <a:t> </a:t>
          </a:r>
          <a:r>
            <a:rPr lang="en-US" sz="2400" b="1" i="0" kern="1200" dirty="0" err="1"/>
            <a:t>dõi</a:t>
          </a:r>
          <a:r>
            <a:rPr lang="en-US" sz="2400" b="1" i="0" kern="1200" dirty="0"/>
            <a:t> </a:t>
          </a:r>
          <a:r>
            <a:rPr lang="en-US" sz="2400" b="1" i="0" kern="1200" dirty="0" err="1"/>
            <a:t>người</a:t>
          </a:r>
          <a:r>
            <a:rPr lang="en-US" sz="2400" b="1" i="0" kern="1200" dirty="0"/>
            <a:t> dung </a:t>
          </a:r>
          <a:r>
            <a:rPr lang="en-US" sz="2400" b="1" i="0" kern="1200" dirty="0" err="1"/>
            <a:t>từ</a:t>
          </a:r>
          <a:r>
            <a:rPr lang="en-US" sz="2400" b="1" i="0" kern="1200" dirty="0"/>
            <a:t> </a:t>
          </a:r>
          <a:r>
            <a:rPr lang="en-US" sz="2400" b="1" i="0" kern="1200" dirty="0" err="1"/>
            <a:t>xa</a:t>
          </a:r>
          <a:endParaRPr lang="en-US" sz="2400" kern="1200" dirty="0"/>
        </a:p>
      </dsp:txBody>
      <dsp:txXfrm>
        <a:off x="600684" y="2040625"/>
        <a:ext cx="3162625" cy="848896"/>
      </dsp:txXfrm>
    </dsp:sp>
    <dsp:sp modelId="{154C68A9-EB88-4F8D-9CC2-A0655529C9F5}">
      <dsp:nvSpPr>
        <dsp:cNvPr id="0" name=""/>
        <dsp:cNvSpPr/>
      </dsp:nvSpPr>
      <dsp:spPr>
        <a:xfrm rot="5400000">
          <a:off x="7238752" y="-451357"/>
          <a:ext cx="942390" cy="7810070"/>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vi-VN" sz="1600" b="1" i="0" kern="1200" dirty="0">
              <a:latin typeface="Times New Roman" panose="02020603050405020304" pitchFamily="18" charset="0"/>
              <a:cs typeface="Times New Roman" panose="02020603050405020304" pitchFamily="18" charset="0"/>
            </a:rPr>
            <a:t>Xác thực và </a:t>
          </a:r>
          <a:r>
            <a:rPr lang="en-US" sz="1600" b="1" i="0" kern="1200" dirty="0" err="1">
              <a:latin typeface="Times New Roman" panose="02020603050405020304" pitchFamily="18" charset="0"/>
              <a:cs typeface="Times New Roman" panose="02020603050405020304" pitchFamily="18" charset="0"/>
            </a:rPr>
            <a:t>ph</a:t>
          </a:r>
          <a:r>
            <a:rPr lang="vi-VN" sz="1600" b="1" i="0" kern="1200" dirty="0">
              <a:latin typeface="Times New Roman" panose="02020603050405020304" pitchFamily="18" charset="0"/>
              <a:cs typeface="Times New Roman" panose="02020603050405020304" pitchFamily="18" charset="0"/>
            </a:rPr>
            <a:t>ân quyền</a:t>
          </a:r>
          <a:r>
            <a:rPr lang="vi-VN" sz="1600" b="0" i="0" kern="1200" dirty="0">
              <a:latin typeface="Times New Roman" panose="02020603050405020304" pitchFamily="18" charset="0"/>
              <a:cs typeface="Times New Roman" panose="02020603050405020304" pitchFamily="18" charset="0"/>
            </a:rPr>
            <a:t>: </a:t>
          </a:r>
          <a:r>
            <a:rPr lang="en-US" sz="1600" b="0" i="0" kern="1200" dirty="0">
              <a:latin typeface="Times New Roman" panose="02020603050405020304" pitchFamily="18" charset="0"/>
              <a:cs typeface="Times New Roman" panose="02020603050405020304" pitchFamily="18" charset="0"/>
            </a:rPr>
            <a:t>Cho </a:t>
          </a:r>
          <a:r>
            <a:rPr lang="en-US" sz="1600" b="0" i="0" kern="1200" dirty="0" err="1">
              <a:latin typeface="Times New Roman" panose="02020603050405020304" pitchFamily="18" charset="0"/>
              <a:cs typeface="Times New Roman" panose="02020603050405020304" pitchFamily="18" charset="0"/>
            </a:rPr>
            <a:t>phép</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thêm</a:t>
          </a:r>
          <a:r>
            <a:rPr lang="en-US" sz="1600" b="0" i="0" kern="1200" dirty="0">
              <a:latin typeface="Times New Roman" panose="02020603050405020304" pitchFamily="18" charset="0"/>
              <a:cs typeface="Times New Roman" panose="02020603050405020304" pitchFamily="18" charset="0"/>
            </a:rPr>
            <a:t> , </a:t>
          </a:r>
          <a:r>
            <a:rPr lang="en-US" sz="1600" b="0" i="0" kern="1200" dirty="0" err="1">
              <a:latin typeface="Times New Roman" panose="02020603050405020304" pitchFamily="18" charset="0"/>
              <a:cs typeface="Times New Roman" panose="02020603050405020304" pitchFamily="18" charset="0"/>
            </a:rPr>
            <a:t>xóa</a:t>
          </a:r>
          <a:r>
            <a:rPr lang="en-US" sz="1600" b="0" i="0" kern="1200" dirty="0">
              <a:latin typeface="Times New Roman" panose="02020603050405020304" pitchFamily="18" charset="0"/>
              <a:cs typeface="Times New Roman" panose="02020603050405020304" pitchFamily="18" charset="0"/>
            </a:rPr>
            <a:t> </a:t>
          </a:r>
          <a:r>
            <a:rPr lang="en-US" sz="1600" b="0" i="0" kern="1200" dirty="0" err="1">
              <a:latin typeface="Times New Roman" panose="02020603050405020304" pitchFamily="18" charset="0"/>
              <a:cs typeface="Times New Roman" panose="02020603050405020304" pitchFamily="18" charset="0"/>
            </a:rPr>
            <a:t>thẻ</a:t>
          </a:r>
          <a:r>
            <a:rPr lang="en-US" sz="1600" b="0" i="0" kern="1200" dirty="0">
              <a:latin typeface="Times New Roman" panose="02020603050405020304" pitchFamily="18" charset="0"/>
              <a:cs typeface="Times New Roman" panose="02020603050405020304" pitchFamily="18" charset="0"/>
            </a:rPr>
            <a:t> RFID </a:t>
          </a:r>
          <a:endParaRPr lang="en-US" sz="1600" kern="1200" dirty="0">
            <a:latin typeface="Times New Roman" panose="02020603050405020304" pitchFamily="18" charset="0"/>
            <a:cs typeface="Times New Roman" panose="02020603050405020304" pitchFamily="18" charset="0"/>
          </a:endParaRPr>
        </a:p>
      </dsp:txBody>
      <dsp:txXfrm rot="-5400000">
        <a:off x="3804912" y="3028487"/>
        <a:ext cx="7764066" cy="850382"/>
      </dsp:txXfrm>
    </dsp:sp>
    <dsp:sp modelId="{5DC9F350-868B-44BD-8E1D-55CB37D5EF03}">
      <dsp:nvSpPr>
        <dsp:cNvPr id="0" name=""/>
        <dsp:cNvSpPr/>
      </dsp:nvSpPr>
      <dsp:spPr>
        <a:xfrm>
          <a:off x="554761" y="2983306"/>
          <a:ext cx="3250151" cy="94074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i="0" kern="1200" dirty="0">
              <a:latin typeface="Tw Cen MT (Body)"/>
            </a:rPr>
            <a:t>4</a:t>
          </a:r>
          <a:r>
            <a:rPr lang="vi-VN" sz="2400" b="1" i="0" kern="1200" dirty="0">
              <a:latin typeface="Tw Cen MT (Body)"/>
            </a:rPr>
            <a:t>. Quản lý </a:t>
          </a:r>
          <a:r>
            <a:rPr lang="en-US" sz="2400" b="1" i="0" kern="1200" dirty="0">
              <a:latin typeface="Tw Cen MT (Body)"/>
            </a:rPr>
            <a:t>n</a:t>
          </a:r>
          <a:r>
            <a:rPr lang="vi-VN" sz="2400" b="1" i="0" kern="1200" dirty="0">
              <a:latin typeface="Tw Cen MT (Body)"/>
            </a:rPr>
            <a:t>gười dùng</a:t>
          </a:r>
          <a:endParaRPr lang="en-US" sz="2400" kern="1200" dirty="0">
            <a:latin typeface="Tw Cen MT (Body)"/>
          </a:endParaRPr>
        </a:p>
      </dsp:txBody>
      <dsp:txXfrm>
        <a:off x="600684" y="3029229"/>
        <a:ext cx="3158305" cy="848896"/>
      </dsp:txXfrm>
    </dsp:sp>
    <dsp:sp modelId="{3BB99815-2374-43DC-91A9-CB4FC265E670}">
      <dsp:nvSpPr>
        <dsp:cNvPr id="0" name=""/>
        <dsp:cNvSpPr/>
      </dsp:nvSpPr>
      <dsp:spPr>
        <a:xfrm rot="5400000">
          <a:off x="7375253" y="533428"/>
          <a:ext cx="752594" cy="781770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b="0" i="0" kern="1200">
              <a:latin typeface="Times New Roman" panose="02020603050405020304" pitchFamily="18" charset="0"/>
              <a:cs typeface="Times New Roman" panose="02020603050405020304" pitchFamily="18" charset="0"/>
            </a:rPr>
            <a:t>Tích hợp thiết bị IoT để thu thập và quản lý dữ liệu thời gian thực.</a:t>
          </a:r>
          <a:endParaRPr lang="en-US" sz="1800" kern="1200">
            <a:latin typeface="Times New Roman" panose="02020603050405020304" pitchFamily="18" charset="0"/>
            <a:cs typeface="Times New Roman" panose="02020603050405020304" pitchFamily="18" charset="0"/>
          </a:endParaRPr>
        </a:p>
      </dsp:txBody>
      <dsp:txXfrm rot="-5400000">
        <a:off x="3842699" y="4102722"/>
        <a:ext cx="7780965" cy="679116"/>
      </dsp:txXfrm>
    </dsp:sp>
    <dsp:sp modelId="{50891BCA-D5AB-45BB-8777-975A98628EE3}">
      <dsp:nvSpPr>
        <dsp:cNvPr id="0" name=""/>
        <dsp:cNvSpPr/>
      </dsp:nvSpPr>
      <dsp:spPr>
        <a:xfrm>
          <a:off x="554761" y="3971910"/>
          <a:ext cx="3287936" cy="94074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l" defTabSz="1066800">
            <a:lnSpc>
              <a:spcPct val="90000"/>
            </a:lnSpc>
            <a:spcBef>
              <a:spcPct val="0"/>
            </a:spcBef>
            <a:spcAft>
              <a:spcPct val="35000"/>
            </a:spcAft>
            <a:buNone/>
          </a:pPr>
          <a:r>
            <a:rPr lang="en-US" sz="2400" b="1" i="0" kern="1200"/>
            <a:t>5. Tích hợp IoT</a:t>
          </a:r>
          <a:endParaRPr lang="en-US" sz="2400" kern="1200"/>
        </a:p>
      </dsp:txBody>
      <dsp:txXfrm>
        <a:off x="600684" y="4017833"/>
        <a:ext cx="3196090" cy="848896"/>
      </dsp:txXfrm>
    </dsp:sp>
  </dsp:spTree>
</dsp:drawing>
</file>

<file path=ppt/diagrams/layout1.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3F72F2-A05B-4EE6-8BF0-A057895E0ED6}" type="datetimeFigureOut">
              <a:rPr lang="en-US" smtClean="0"/>
              <a:t>9/20/2024</a:t>
            </a:fld>
            <a:endParaRPr lang="en-US"/>
          </a:p>
        </p:txBody>
      </p:sp>
      <p:sp>
        <p:nvSpPr>
          <p:cNvPr id="4" name="Slide Image Placeholder 3"/>
          <p:cNvSpPr>
            <a:spLocks noGrp="1" noRot="1" noChangeAspect="1"/>
          </p:cNvSpPr>
          <p:nvPr>
            <p:ph type="sldImg" idx="2"/>
          </p:nvPr>
        </p:nvSpPr>
        <p:spPr>
          <a:xfrm>
            <a:off x="1028700" y="1143000"/>
            <a:ext cx="48006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113E49-C8DC-420F-898B-6A60BB202E68}" type="slidenum">
              <a:rPr lang="en-US" smtClean="0"/>
              <a:t>‹#›</a:t>
            </a:fld>
            <a:endParaRPr lang="en-US"/>
          </a:p>
        </p:txBody>
      </p:sp>
    </p:spTree>
    <p:extLst>
      <p:ext uri="{BB962C8B-B14F-4D97-AF65-F5344CB8AC3E}">
        <p14:creationId xmlns:p14="http://schemas.microsoft.com/office/powerpoint/2010/main" val="4189428143"/>
      </p:ext>
    </p:extLst>
  </p:cSld>
  <p:clrMap bg1="lt1" tx1="dk1" bg2="lt2" tx2="dk2" accent1="accent1" accent2="accent2" accent3="accent3" accent4="accent4" accent5="accent5" accent6="accent6" hlink="hlink" folHlink="folHlink"/>
  <p:notesStyle>
    <a:lvl1pPr marL="0" algn="l" defTabSz="1009498" rtl="0" eaLnBrk="1" latinLnBrk="0" hangingPunct="1">
      <a:defRPr sz="1300" kern="1200">
        <a:solidFill>
          <a:schemeClr val="tx1"/>
        </a:solidFill>
        <a:latin typeface="+mn-lt"/>
        <a:ea typeface="+mn-ea"/>
        <a:cs typeface="+mn-cs"/>
      </a:defRPr>
    </a:lvl1pPr>
    <a:lvl2pPr marL="504749" algn="l" defTabSz="1009498" rtl="0" eaLnBrk="1" latinLnBrk="0" hangingPunct="1">
      <a:defRPr sz="1300" kern="1200">
        <a:solidFill>
          <a:schemeClr val="tx1"/>
        </a:solidFill>
        <a:latin typeface="+mn-lt"/>
        <a:ea typeface="+mn-ea"/>
        <a:cs typeface="+mn-cs"/>
      </a:defRPr>
    </a:lvl2pPr>
    <a:lvl3pPr marL="1009498" algn="l" defTabSz="1009498" rtl="0" eaLnBrk="1" latinLnBrk="0" hangingPunct="1">
      <a:defRPr sz="1300" kern="1200">
        <a:solidFill>
          <a:schemeClr val="tx1"/>
        </a:solidFill>
        <a:latin typeface="+mn-lt"/>
        <a:ea typeface="+mn-ea"/>
        <a:cs typeface="+mn-cs"/>
      </a:defRPr>
    </a:lvl3pPr>
    <a:lvl4pPr marL="1514246" algn="l" defTabSz="1009498" rtl="0" eaLnBrk="1" latinLnBrk="0" hangingPunct="1">
      <a:defRPr sz="1300" kern="1200">
        <a:solidFill>
          <a:schemeClr val="tx1"/>
        </a:solidFill>
        <a:latin typeface="+mn-lt"/>
        <a:ea typeface="+mn-ea"/>
        <a:cs typeface="+mn-cs"/>
      </a:defRPr>
    </a:lvl4pPr>
    <a:lvl5pPr marL="2018995" algn="l" defTabSz="1009498" rtl="0" eaLnBrk="1" latinLnBrk="0" hangingPunct="1">
      <a:defRPr sz="1300" kern="1200">
        <a:solidFill>
          <a:schemeClr val="tx1"/>
        </a:solidFill>
        <a:latin typeface="+mn-lt"/>
        <a:ea typeface="+mn-ea"/>
        <a:cs typeface="+mn-cs"/>
      </a:defRPr>
    </a:lvl5pPr>
    <a:lvl6pPr marL="2523744" algn="l" defTabSz="1009498" rtl="0" eaLnBrk="1" latinLnBrk="0" hangingPunct="1">
      <a:defRPr sz="1300" kern="1200">
        <a:solidFill>
          <a:schemeClr val="tx1"/>
        </a:solidFill>
        <a:latin typeface="+mn-lt"/>
        <a:ea typeface="+mn-ea"/>
        <a:cs typeface="+mn-cs"/>
      </a:defRPr>
    </a:lvl6pPr>
    <a:lvl7pPr marL="3028493" algn="l" defTabSz="1009498" rtl="0" eaLnBrk="1" latinLnBrk="0" hangingPunct="1">
      <a:defRPr sz="1300" kern="1200">
        <a:solidFill>
          <a:schemeClr val="tx1"/>
        </a:solidFill>
        <a:latin typeface="+mn-lt"/>
        <a:ea typeface="+mn-ea"/>
        <a:cs typeface="+mn-cs"/>
      </a:defRPr>
    </a:lvl7pPr>
    <a:lvl8pPr marL="3533242" algn="l" defTabSz="1009498" rtl="0" eaLnBrk="1" latinLnBrk="0" hangingPunct="1">
      <a:defRPr sz="1300" kern="1200">
        <a:solidFill>
          <a:schemeClr val="tx1"/>
        </a:solidFill>
        <a:latin typeface="+mn-lt"/>
        <a:ea typeface="+mn-ea"/>
        <a:cs typeface="+mn-cs"/>
      </a:defRPr>
    </a:lvl8pPr>
    <a:lvl9pPr marL="4037990" algn="l" defTabSz="1009498"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113E49-C8DC-420F-898B-6A60BB202E68}" type="slidenum">
              <a:rPr lang="en-US" smtClean="0"/>
              <a:t>1</a:t>
            </a:fld>
            <a:endParaRPr lang="en-US"/>
          </a:p>
        </p:txBody>
      </p:sp>
    </p:spTree>
    <p:extLst>
      <p:ext uri="{BB962C8B-B14F-4D97-AF65-F5344CB8AC3E}">
        <p14:creationId xmlns:p14="http://schemas.microsoft.com/office/powerpoint/2010/main" val="1000149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3</a:t>
            </a:fld>
            <a:endParaRPr lang="en-US"/>
          </a:p>
        </p:txBody>
      </p:sp>
    </p:spTree>
    <p:extLst>
      <p:ext uri="{BB962C8B-B14F-4D97-AF65-F5344CB8AC3E}">
        <p14:creationId xmlns:p14="http://schemas.microsoft.com/office/powerpoint/2010/main" val="4098447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pPr algn="l">
              <a:buFont typeface="+mj-lt"/>
              <a:buAutoNum type="arabicPeriod"/>
            </a:pPr>
            <a:r>
              <a:rPr lang="vi-VN" b="1" i="0">
                <a:solidFill>
                  <a:srgbClr val="111111"/>
                </a:solidFill>
                <a:effectLst/>
                <a:highlight>
                  <a:srgbClr val="FFFFFF"/>
                </a:highlight>
                <a:latin typeface="-apple-system"/>
              </a:rPr>
              <a:t>Nhu cầu công nghệ</a:t>
            </a:r>
            <a:r>
              <a:rPr lang="vi-VN" b="0" i="0">
                <a:solidFill>
                  <a:srgbClr val="111111"/>
                </a:solidFill>
                <a:effectLst/>
                <a:highlight>
                  <a:srgbClr val="FFFFFF"/>
                </a:highlight>
                <a:latin typeface="-apple-system"/>
              </a:rPr>
              <a:t>: Trong thời đại số hóa hiện nay, việc áp dụng công nghệ vào quản lý và vận hành các phòng học là điều cần thiết. Hệ thống quản lý phòng học thông minh sẽ giúp tối ưu hóa quá trình này</a:t>
            </a:r>
            <a:r>
              <a:rPr lang="en-US" b="0" i="0">
                <a:solidFill>
                  <a:srgbClr val="111111"/>
                </a:solidFill>
                <a:effectLst/>
                <a:highlight>
                  <a:srgbClr val="FFFFFF"/>
                </a:highlight>
                <a:latin typeface="-apple-system"/>
              </a:rPr>
              <a:t> đặc biệt là công nghệ IoT kết nối vạn vật.</a:t>
            </a:r>
            <a:endParaRPr lang="vi-VN" b="0" i="0">
              <a:solidFill>
                <a:srgbClr val="111111"/>
              </a:solidFill>
              <a:effectLst/>
              <a:highlight>
                <a:srgbClr val="FFFFFF"/>
              </a:highlight>
              <a:latin typeface="-apple-system"/>
            </a:endParaRPr>
          </a:p>
          <a:p>
            <a:pPr algn="l">
              <a:buFont typeface="+mj-lt"/>
              <a:buAutoNum type="arabicPeriod"/>
            </a:pPr>
            <a:r>
              <a:rPr lang="vi-VN" b="1" i="0">
                <a:solidFill>
                  <a:srgbClr val="111111"/>
                </a:solidFill>
                <a:effectLst/>
                <a:highlight>
                  <a:srgbClr val="FFFFFF"/>
                </a:highlight>
                <a:latin typeface="-apple-system"/>
              </a:rPr>
              <a:t>Tối ưu hóa quản lý</a:t>
            </a:r>
            <a:r>
              <a:rPr lang="vi-VN" b="0" i="0">
                <a:solidFill>
                  <a:srgbClr val="111111"/>
                </a:solidFill>
                <a:effectLst/>
                <a:highlight>
                  <a:srgbClr val="FFFFFF"/>
                </a:highlight>
                <a:latin typeface="-apple-system"/>
              </a:rPr>
              <a:t>: Hệ thống quản lý phòng học thông minh cho phép người dùng đặt lịch học, quản lý lịch học, điều khiển thiết bị trong phòng và báo cáo thiết bị hỏng hóc một cách dễ dàng và hiệu quả.</a:t>
            </a:r>
          </a:p>
          <a:p>
            <a:pPr algn="l">
              <a:buFont typeface="+mj-lt"/>
              <a:buAutoNum type="arabicPeriod"/>
            </a:pPr>
            <a:r>
              <a:rPr lang="vi-VN" b="1" i="0">
                <a:solidFill>
                  <a:srgbClr val="111111"/>
                </a:solidFill>
                <a:effectLst/>
                <a:highlight>
                  <a:srgbClr val="FFFFFF"/>
                </a:highlight>
                <a:latin typeface="-apple-system"/>
              </a:rPr>
              <a:t>Tiết kiệm thời gian và nguồn lực</a:t>
            </a:r>
            <a:r>
              <a:rPr lang="vi-VN" b="0" i="0">
                <a:solidFill>
                  <a:srgbClr val="111111"/>
                </a:solidFill>
                <a:effectLst/>
                <a:highlight>
                  <a:srgbClr val="FFFFFF"/>
                </a:highlight>
                <a:latin typeface="-apple-system"/>
              </a:rPr>
              <a:t>: Việc sử dụng hệ thống quản lý phòng học thông minh giúp tiết kiệm thời gian và nguồn lực bằng cách tự động hóa các tác vụ quản lý.</a:t>
            </a:r>
          </a:p>
          <a:p>
            <a:pPr algn="l">
              <a:buFont typeface="+mj-lt"/>
              <a:buAutoNum type="arabicPeriod"/>
            </a:pPr>
            <a:r>
              <a:rPr lang="vi-VN" b="1" i="0">
                <a:solidFill>
                  <a:srgbClr val="111111"/>
                </a:solidFill>
                <a:effectLst/>
                <a:highlight>
                  <a:srgbClr val="FFFFFF"/>
                </a:highlight>
                <a:latin typeface="-apple-system"/>
              </a:rPr>
              <a:t>Nâng cao chất lượng giáo dục</a:t>
            </a:r>
            <a:r>
              <a:rPr lang="vi-VN" b="0" i="0">
                <a:solidFill>
                  <a:srgbClr val="111111"/>
                </a:solidFill>
                <a:effectLst/>
                <a:highlight>
                  <a:srgbClr val="FFFFFF"/>
                </a:highlight>
                <a:latin typeface="-apple-system"/>
              </a:rPr>
              <a:t>: Hệ thống quản lý phòng học thông minh giúp nâng cao chất lượng giáo dục bằng cách cung cấp một môi trường học tập hiện đại, tiện lợi và hiệu quả.</a:t>
            </a:r>
          </a:p>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4</a:t>
            </a:fld>
            <a:endParaRPr lang="en-US"/>
          </a:p>
        </p:txBody>
      </p:sp>
    </p:spTree>
    <p:extLst>
      <p:ext uri="{BB962C8B-B14F-4D97-AF65-F5344CB8AC3E}">
        <p14:creationId xmlns:p14="http://schemas.microsoft.com/office/powerpoint/2010/main" val="294576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5</a:t>
            </a:fld>
            <a:endParaRPr lang="en-US"/>
          </a:p>
        </p:txBody>
      </p:sp>
    </p:spTree>
    <p:extLst>
      <p:ext uri="{BB962C8B-B14F-4D97-AF65-F5344CB8AC3E}">
        <p14:creationId xmlns:p14="http://schemas.microsoft.com/office/powerpoint/2010/main" val="611945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6</a:t>
            </a:fld>
            <a:endParaRPr lang="en-US"/>
          </a:p>
        </p:txBody>
      </p:sp>
    </p:spTree>
    <p:extLst>
      <p:ext uri="{BB962C8B-B14F-4D97-AF65-F5344CB8AC3E}">
        <p14:creationId xmlns:p14="http://schemas.microsoft.com/office/powerpoint/2010/main" val="1520098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7</a:t>
            </a:fld>
            <a:endParaRPr lang="en-US"/>
          </a:p>
        </p:txBody>
      </p:sp>
    </p:spTree>
    <p:extLst>
      <p:ext uri="{BB962C8B-B14F-4D97-AF65-F5344CB8AC3E}">
        <p14:creationId xmlns:p14="http://schemas.microsoft.com/office/powerpoint/2010/main" val="884700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8</a:t>
            </a:fld>
            <a:endParaRPr lang="en-US"/>
          </a:p>
        </p:txBody>
      </p:sp>
    </p:spTree>
    <p:extLst>
      <p:ext uri="{BB962C8B-B14F-4D97-AF65-F5344CB8AC3E}">
        <p14:creationId xmlns:p14="http://schemas.microsoft.com/office/powerpoint/2010/main" val="40984476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9</a:t>
            </a:fld>
            <a:endParaRPr lang="en-US"/>
          </a:p>
        </p:txBody>
      </p:sp>
    </p:spTree>
    <p:extLst>
      <p:ext uri="{BB962C8B-B14F-4D97-AF65-F5344CB8AC3E}">
        <p14:creationId xmlns:p14="http://schemas.microsoft.com/office/powerpoint/2010/main" val="31204980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10</a:t>
            </a:fld>
            <a:endParaRPr lang="en-US"/>
          </a:p>
        </p:txBody>
      </p:sp>
    </p:spTree>
    <p:extLst>
      <p:ext uri="{BB962C8B-B14F-4D97-AF65-F5344CB8AC3E}">
        <p14:creationId xmlns:p14="http://schemas.microsoft.com/office/powerpoint/2010/main" val="23423628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r>
              <a:rPr lang="en-US" sz="1800">
                <a:effectLst/>
                <a:latin typeface="Times New Roman" panose="02020603050405020304" pitchFamily="18" charset="0"/>
                <a:ea typeface="Calibri" panose="020F0502020204030204" pitchFamily="34" charset="0"/>
              </a:rPr>
              <a:t>Chân D4, D5, D6, D7: chân tín hiệu ngõ ra của vi điều khiển.  Các chân GPIO này của ESP8266 hoạt động ở mức điện áp logic 3.3V khi ở trạng thái cao (HIGH). Khi chân GPIO ở trạng thái thấp (LOW), điện áp sẽ bằng 0V.</a:t>
            </a:r>
          </a:p>
          <a:p>
            <a:pPr marL="0" marR="0" lvl="0" indent="0" algn="l" defTabSz="1009498" rtl="0" eaLnBrk="1" fontAlgn="auto" latinLnBrk="0" hangingPunct="1">
              <a:lnSpc>
                <a:spcPct val="100000"/>
              </a:lnSpc>
              <a:spcBef>
                <a:spcPts val="0"/>
              </a:spcBef>
              <a:spcAft>
                <a:spcPts val="0"/>
              </a:spcAft>
              <a:buClrTx/>
              <a:buSzTx/>
              <a:buFontTx/>
              <a:buNone/>
              <a:tabLst/>
              <a:defRPr/>
            </a:pPr>
            <a:r>
              <a:rPr lang="en-US" sz="1800">
                <a:effectLst/>
                <a:latin typeface="Times New Roman" panose="02020603050405020304" pitchFamily="18" charset="0"/>
                <a:ea typeface="Calibri" panose="020F0502020204030204" pitchFamily="34" charset="0"/>
              </a:rPr>
              <a:t> Khối gồm các khối relay và opto quang. Thực hiện các chức năng điều khiển thiết bị khi nhận tín hiệu kích từ các chân điều khiển của khối xử lý trung tâm điều khiển thiết bị 220V tương ứng.</a:t>
            </a:r>
          </a:p>
          <a:p>
            <a:pPr marL="0" marR="0" lvl="0" indent="0" algn="l" defTabSz="1009498" rtl="0" eaLnBrk="1" fontAlgn="auto" latinLnBrk="0" hangingPunct="1">
              <a:lnSpc>
                <a:spcPct val="100000"/>
              </a:lnSpc>
              <a:spcBef>
                <a:spcPts val="0"/>
              </a:spcBef>
              <a:spcAft>
                <a:spcPts val="0"/>
              </a:spcAft>
              <a:buClrTx/>
              <a:buSzTx/>
              <a:buFontTx/>
              <a:buNone/>
              <a:tabLst/>
              <a:defRPr/>
            </a:pPr>
            <a:endParaRPr lang="en-US" sz="1800">
              <a:effectLst/>
              <a:latin typeface="Times New Roman" panose="02020603050405020304" pitchFamily="18" charset="0"/>
              <a:ea typeface="Calibri" panose="020F0502020204030204" pitchFamily="34" charset="0"/>
            </a:endParaRPr>
          </a:p>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11</a:t>
            </a:fld>
            <a:endParaRPr lang="en-US"/>
          </a:p>
        </p:txBody>
      </p:sp>
    </p:spTree>
    <p:extLst>
      <p:ext uri="{BB962C8B-B14F-4D97-AF65-F5344CB8AC3E}">
        <p14:creationId xmlns:p14="http://schemas.microsoft.com/office/powerpoint/2010/main" val="6215034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14</a:t>
            </a:fld>
            <a:endParaRPr lang="en-US"/>
          </a:p>
        </p:txBody>
      </p:sp>
    </p:spTree>
    <p:extLst>
      <p:ext uri="{BB962C8B-B14F-4D97-AF65-F5344CB8AC3E}">
        <p14:creationId xmlns:p14="http://schemas.microsoft.com/office/powerpoint/2010/main" val="25626344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16</a:t>
            </a:fld>
            <a:endParaRPr lang="en-US"/>
          </a:p>
        </p:txBody>
      </p:sp>
    </p:spTree>
    <p:extLst>
      <p:ext uri="{BB962C8B-B14F-4D97-AF65-F5344CB8AC3E}">
        <p14:creationId xmlns:p14="http://schemas.microsoft.com/office/powerpoint/2010/main" val="1983035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17</a:t>
            </a:fld>
            <a:endParaRPr lang="en-US"/>
          </a:p>
        </p:txBody>
      </p:sp>
    </p:spTree>
    <p:extLst>
      <p:ext uri="{BB962C8B-B14F-4D97-AF65-F5344CB8AC3E}">
        <p14:creationId xmlns:p14="http://schemas.microsoft.com/office/powerpoint/2010/main" val="35197358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18</a:t>
            </a:fld>
            <a:endParaRPr lang="en-US"/>
          </a:p>
        </p:txBody>
      </p:sp>
    </p:spTree>
    <p:extLst>
      <p:ext uri="{BB962C8B-B14F-4D97-AF65-F5344CB8AC3E}">
        <p14:creationId xmlns:p14="http://schemas.microsoft.com/office/powerpoint/2010/main" val="6430045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19</a:t>
            </a:fld>
            <a:endParaRPr lang="en-US"/>
          </a:p>
        </p:txBody>
      </p:sp>
    </p:spTree>
    <p:extLst>
      <p:ext uri="{BB962C8B-B14F-4D97-AF65-F5344CB8AC3E}">
        <p14:creationId xmlns:p14="http://schemas.microsoft.com/office/powerpoint/2010/main" val="20382310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113E49-C8DC-420F-898B-6A60BB202E68}" type="slidenum">
              <a:rPr lang="en-US" smtClean="0"/>
              <a:t>22</a:t>
            </a:fld>
            <a:endParaRPr lang="en-US"/>
          </a:p>
        </p:txBody>
      </p:sp>
    </p:spTree>
    <p:extLst>
      <p:ext uri="{BB962C8B-B14F-4D97-AF65-F5344CB8AC3E}">
        <p14:creationId xmlns:p14="http://schemas.microsoft.com/office/powerpoint/2010/main" val="602752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p:nvSpPr>
        <p:spPr>
          <a:xfrm>
            <a:off x="0" y="7165238"/>
            <a:ext cx="12801600" cy="106436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
        <p:nvSpPr>
          <p:cNvPr id="10" name="Rectangle 9"/>
          <p:cNvSpPr/>
          <p:nvPr/>
        </p:nvSpPr>
        <p:spPr>
          <a:xfrm>
            <a:off x="-12802" y="7263994"/>
            <a:ext cx="3149194" cy="85587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
        <p:nvSpPr>
          <p:cNvPr id="11" name="Rectangle 10"/>
          <p:cNvSpPr/>
          <p:nvPr/>
        </p:nvSpPr>
        <p:spPr>
          <a:xfrm>
            <a:off x="3302813" y="7253021"/>
            <a:ext cx="9498787" cy="85587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
        <p:nvSpPr>
          <p:cNvPr id="9" name="Subtitle 8"/>
          <p:cNvSpPr>
            <a:spLocks noGrp="1"/>
          </p:cNvSpPr>
          <p:nvPr>
            <p:ph type="subTitle" idx="1"/>
          </p:nvPr>
        </p:nvSpPr>
        <p:spPr>
          <a:xfrm>
            <a:off x="3328416" y="7260044"/>
            <a:ext cx="9099804" cy="822960"/>
          </a:xfrm>
          <a:prstGeom prst="rect">
            <a:avLst/>
          </a:prstGeom>
        </p:spPr>
        <p:txBody>
          <a:bodyPr anchor="ctr"/>
          <a:lstStyle>
            <a:lvl1pPr marL="0" indent="0" algn="l" eaLnBrk="1" latinLnBrk="0" hangingPunct="1">
              <a:buNone/>
              <a:defRPr kumimoji="0" sz="4100">
                <a:solidFill>
                  <a:srgbClr val="FFFFFF"/>
                </a:solidFill>
              </a:defRPr>
            </a:lvl1pPr>
            <a:lvl2pPr marL="672982" indent="0" algn="ctr" eaLnBrk="1" latinLnBrk="0" hangingPunct="1">
              <a:buNone/>
            </a:lvl2pPr>
            <a:lvl3pPr marL="1345964" indent="0" algn="ctr" eaLnBrk="1" latinLnBrk="0" hangingPunct="1">
              <a:buNone/>
            </a:lvl3pPr>
            <a:lvl4pPr marL="2018944" indent="0" algn="ctr" eaLnBrk="1" latinLnBrk="0" hangingPunct="1">
              <a:buNone/>
            </a:lvl4pPr>
            <a:lvl5pPr marL="2691926" indent="0" algn="ctr" eaLnBrk="1" latinLnBrk="0" hangingPunct="1">
              <a:buNone/>
            </a:lvl5pPr>
            <a:lvl6pPr marL="3364908" indent="0" algn="ctr" eaLnBrk="1" latinLnBrk="0" hangingPunct="1">
              <a:buNone/>
            </a:lvl6pPr>
            <a:lvl7pPr marL="4037890" indent="0" algn="ctr" eaLnBrk="1" latinLnBrk="0" hangingPunct="1">
              <a:buNone/>
            </a:lvl7pPr>
            <a:lvl8pPr marL="4710871" indent="0" algn="ctr" eaLnBrk="1" latinLnBrk="0" hangingPunct="1">
              <a:buNone/>
            </a:lvl8pPr>
            <a:lvl9pPr marL="5383853" indent="0" algn="ctr" eaLnBrk="1" latinLnBrk="0" hangingPunct="1">
              <a:buNone/>
            </a:lvl9pPr>
            <a:extLst/>
          </a:lstStyle>
          <a:p>
            <a:pPr eaLnBrk="1" latinLnBrk="1" hangingPunct="1"/>
            <a:r>
              <a:rPr lang="en-US" dirty="0"/>
              <a:t>Click to edit Master subtitle style</a:t>
            </a:r>
            <a:endParaRPr dirty="0"/>
          </a:p>
        </p:txBody>
      </p:sp>
      <p:sp>
        <p:nvSpPr>
          <p:cNvPr id="28" name="Date Placeholder 27"/>
          <p:cNvSpPr>
            <a:spLocks noGrp="1"/>
          </p:cNvSpPr>
          <p:nvPr>
            <p:ph type="dt" sz="half" idx="10"/>
          </p:nvPr>
        </p:nvSpPr>
        <p:spPr>
          <a:xfrm>
            <a:off x="106680" y="7282439"/>
            <a:ext cx="2880360" cy="822960"/>
          </a:xfrm>
          <a:prstGeom prst="rect">
            <a:avLst/>
          </a:prstGeom>
        </p:spPr>
        <p:txBody>
          <a:bodyPr lIns="100950" tIns="50475" rIns="100950" bIns="50475">
            <a:noAutofit/>
          </a:bodyPr>
          <a:lstStyle>
            <a:lvl1pPr algn="ctr" eaLnBrk="1" latinLnBrk="0" hangingPunct="1">
              <a:defRPr kumimoji="0" sz="2900">
                <a:solidFill>
                  <a:srgbClr val="FFFFFF"/>
                </a:solidFill>
              </a:defRPr>
            </a:lvl1pPr>
            <a:extLst/>
          </a:lstStyle>
          <a:p>
            <a:pPr algn="ctr"/>
            <a:fld id="{CD611FC7-9594-419F-BC22-9363CE13D3CF}" type="datetime1">
              <a:rPr kumimoji="0" lang="en-US" smtClean="0">
                <a:solidFill>
                  <a:srgbClr val="FFFFFF"/>
                </a:solidFill>
              </a:rPr>
              <a:t>9/20/2024</a:t>
            </a:fld>
            <a:endParaRPr kumimoji="0" lang="en-US" sz="2900" dirty="0">
              <a:solidFill>
                <a:srgbClr val="FFFFFF"/>
              </a:solidFill>
            </a:endParaRPr>
          </a:p>
        </p:txBody>
      </p:sp>
      <p:sp>
        <p:nvSpPr>
          <p:cNvPr id="15" name="Table Placeholder 14"/>
          <p:cNvSpPr>
            <a:spLocks noGrp="1"/>
          </p:cNvSpPr>
          <p:nvPr>
            <p:ph type="tbl" sz="quarter" idx="11"/>
          </p:nvPr>
        </p:nvSpPr>
        <p:spPr>
          <a:xfrm>
            <a:off x="600076" y="1600201"/>
            <a:ext cx="11901531" cy="5257800"/>
          </a:xfrm>
          <a:prstGeom prst="rect">
            <a:avLst/>
          </a:prstGeom>
        </p:spPr>
        <p:txBody>
          <a:bodyPr/>
          <a:lstStyle>
            <a:lvl1pPr algn="ctr">
              <a:buFontTx/>
              <a:buNone/>
              <a:defRPr>
                <a:latin typeface="Times New Roman" pitchFamily="18" charset="0"/>
                <a:cs typeface="Times New Roman" pitchFamily="18" charset="0"/>
              </a:defRPr>
            </a:lvl1pPr>
          </a:lstStyle>
          <a:p>
            <a:r>
              <a:rPr lang="en-US" dirty="0"/>
              <a:t>Click icon to add table</a:t>
            </a:r>
          </a:p>
        </p:txBody>
      </p:sp>
    </p:spTree>
    <p:extLst>
      <p:ext uri="{BB962C8B-B14F-4D97-AF65-F5344CB8AC3E}">
        <p14:creationId xmlns:p14="http://schemas.microsoft.com/office/powerpoint/2010/main" val="3521592402"/>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702080" y="514745"/>
            <a:ext cx="9586189" cy="900666"/>
          </a:xfrm>
          <a:prstGeom prst="rect">
            <a:avLst/>
          </a:prstGeom>
        </p:spPr>
        <p:txBody>
          <a:bodyPr>
            <a:normAutofit/>
          </a:bodyPr>
          <a:lstStyle>
            <a:lvl1pPr>
              <a:defRPr sz="4000">
                <a:latin typeface="Segoe UI" panose="020B0502040204020203" pitchFamily="34" charset="0"/>
                <a:cs typeface="Segoe UI" panose="020B0502040204020203" pitchFamily="34" charset="0"/>
              </a:defRPr>
            </a:lvl1pPr>
            <a:extLst/>
          </a:lstStyle>
          <a:p>
            <a:pPr eaLnBrk="1" latinLnBrk="1" hangingPunct="1"/>
            <a:r>
              <a:rPr lang="en-US" dirty="0"/>
              <a:t>Click to edit Master title style</a:t>
            </a:r>
            <a:endParaRPr dirty="0"/>
          </a:p>
        </p:txBody>
      </p:sp>
      <p:sp>
        <p:nvSpPr>
          <p:cNvPr id="3" name="Date Placeholder 2"/>
          <p:cNvSpPr>
            <a:spLocks noGrp="1"/>
          </p:cNvSpPr>
          <p:nvPr>
            <p:ph type="dt" sz="half" idx="10"/>
          </p:nvPr>
        </p:nvSpPr>
        <p:spPr>
          <a:xfrm>
            <a:off x="251317" y="7791451"/>
            <a:ext cx="1612980" cy="438150"/>
          </a:xfrm>
          <a:prstGeom prst="rect">
            <a:avLst/>
          </a:prstGeom>
        </p:spPr>
        <p:txBody>
          <a:bodyPr lIns="100950" tIns="50475" rIns="100950" bIns="50475"/>
          <a:lstStyle>
            <a:lvl1pPr algn="r">
              <a:defRPr sz="1600">
                <a:solidFill>
                  <a:schemeClr val="tx1"/>
                </a:solidFill>
              </a:defRPr>
            </a:lvl1pPr>
            <a:extLst/>
          </a:lstStyle>
          <a:p>
            <a:fld id="{D5E14407-0624-420A-BA54-2743126A532B}" type="datetime1">
              <a:rPr lang="en-US" smtClean="0"/>
              <a:t>9/20/2024</a:t>
            </a:fld>
            <a:endParaRPr lang="en-US" dirty="0"/>
          </a:p>
        </p:txBody>
      </p:sp>
      <p:sp>
        <p:nvSpPr>
          <p:cNvPr id="4" name="Footer Placeholder 3"/>
          <p:cNvSpPr>
            <a:spLocks noGrp="1"/>
          </p:cNvSpPr>
          <p:nvPr>
            <p:ph type="ftr" sz="quarter" idx="11"/>
          </p:nvPr>
        </p:nvSpPr>
        <p:spPr>
          <a:xfrm>
            <a:off x="3578087" y="7571185"/>
            <a:ext cx="6149484" cy="438150"/>
          </a:xfrm>
          <a:prstGeom prst="rect">
            <a:avLst/>
          </a:prstGeom>
        </p:spPr>
        <p:txBody>
          <a:bodyPr lIns="100950" tIns="50475" rIns="100950" bIns="50475"/>
          <a:lstStyle>
            <a:lvl1pPr algn="ctr">
              <a:defRPr sz="1900">
                <a:solidFill>
                  <a:schemeClr val="tx1"/>
                </a:solidFill>
              </a:defRPr>
            </a:lvl1pPr>
            <a:extLst/>
          </a:lstStyle>
          <a:p>
            <a:r>
              <a:rPr lang="en-US" dirty="0"/>
              <a:t>SV-NCKH</a:t>
            </a:r>
          </a:p>
        </p:txBody>
      </p:sp>
      <p:sp>
        <p:nvSpPr>
          <p:cNvPr id="7" name="Content Placeholder 6"/>
          <p:cNvSpPr>
            <a:spLocks noGrp="1"/>
          </p:cNvSpPr>
          <p:nvPr>
            <p:ph sz="quarter" idx="13"/>
          </p:nvPr>
        </p:nvSpPr>
        <p:spPr>
          <a:xfrm>
            <a:off x="352130" y="2156183"/>
            <a:ext cx="12272323" cy="5242560"/>
          </a:xfrm>
          <a:prstGeom prst="rect">
            <a:avLst/>
          </a:prstGeom>
        </p:spPr>
        <p:txBody>
          <a:bodyPr/>
          <a:lstStyle>
            <a:lvl1pPr>
              <a:defRPr>
                <a:latin typeface="Segoe UI Semilight" panose="020B0402040204020203" pitchFamily="34" charset="0"/>
                <a:cs typeface="Segoe UI Semilight" panose="020B0402040204020203" pitchFamily="34" charset="0"/>
              </a:defRPr>
            </a:lvl1pPr>
            <a:lvl2pPr>
              <a:defRPr>
                <a:latin typeface="Segoe UI Semilight" panose="020B0402040204020203" pitchFamily="34" charset="0"/>
                <a:cs typeface="Segoe UI Semilight" panose="020B0402040204020203" pitchFamily="34" charset="0"/>
              </a:defRPr>
            </a:lvl2pPr>
            <a:lvl3pPr>
              <a:defRPr>
                <a:latin typeface="Segoe UI Semilight" panose="020B0402040204020203" pitchFamily="34" charset="0"/>
                <a:cs typeface="Segoe UI Semilight" panose="020B0402040204020203" pitchFamily="34" charset="0"/>
              </a:defRPr>
            </a:lvl3pPr>
            <a:lvl4pPr>
              <a:defRPr>
                <a:latin typeface="Segoe UI Semilight" panose="020B0402040204020203" pitchFamily="34" charset="0"/>
                <a:cs typeface="Segoe UI Semilight" panose="020B0402040204020203" pitchFamily="34" charset="0"/>
              </a:defRPr>
            </a:lvl4pPr>
            <a:lvl5pPr>
              <a:defRPr>
                <a:latin typeface="Segoe UI Semilight" panose="020B0402040204020203" pitchFamily="34" charset="0"/>
                <a:cs typeface="Segoe UI Semilight" panose="020B0402040204020203" pitchFamily="34" charset="0"/>
              </a:defRPr>
            </a:lvl5pPr>
          </a:lstStyle>
          <a:p>
            <a:pPr lvl="0" eaLnBrk="1" latinLnBrk="1" hangingPunct="1"/>
            <a:r>
              <a:rPr lang="en-US" dirty="0"/>
              <a:t>Click to edit Master text styles</a:t>
            </a:r>
          </a:p>
          <a:p>
            <a:pPr lvl="1" eaLnBrk="1" latinLnBrk="1" hangingPunct="1"/>
            <a:r>
              <a:rPr lang="en-US" dirty="0"/>
              <a:t>Second level</a:t>
            </a:r>
          </a:p>
          <a:p>
            <a:pPr lvl="2" eaLnBrk="1" latinLnBrk="1" hangingPunct="1"/>
            <a:r>
              <a:rPr lang="en-US" dirty="0"/>
              <a:t>Third level</a:t>
            </a:r>
          </a:p>
          <a:p>
            <a:pPr lvl="3" eaLnBrk="1" latinLnBrk="1" hangingPunct="1"/>
            <a:r>
              <a:rPr lang="en-US" dirty="0"/>
              <a:t>Fourth level</a:t>
            </a:r>
          </a:p>
          <a:p>
            <a:pPr lvl="4" eaLnBrk="1" latinLnBrk="1" hangingPunct="1"/>
            <a:r>
              <a:rPr lang="en-US" dirty="0"/>
              <a:t>Fifth level</a:t>
            </a:r>
            <a:endParaRPr dirty="0"/>
          </a:p>
        </p:txBody>
      </p:sp>
    </p:spTree>
    <p:extLst>
      <p:ext uri="{BB962C8B-B14F-4D97-AF65-F5344CB8AC3E}">
        <p14:creationId xmlns:p14="http://schemas.microsoft.com/office/powerpoint/2010/main" val="1562951668"/>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ulti Title Layout">
    <p:spTree>
      <p:nvGrpSpPr>
        <p:cNvPr id="1" name=""/>
        <p:cNvGrpSpPr/>
        <p:nvPr/>
      </p:nvGrpSpPr>
      <p:grpSpPr>
        <a:xfrm>
          <a:off x="0" y="0"/>
          <a:ext cx="0" cy="0"/>
          <a:chOff x="0" y="0"/>
          <a:chExt cx="0" cy="0"/>
        </a:xfrm>
      </p:grpSpPr>
      <p:sp>
        <p:nvSpPr>
          <p:cNvPr id="2" name="Title 1"/>
          <p:cNvSpPr>
            <a:spLocks noGrp="1"/>
          </p:cNvSpPr>
          <p:nvPr>
            <p:ph type="title"/>
          </p:nvPr>
        </p:nvSpPr>
        <p:spPr>
          <a:xfrm>
            <a:off x="1702080" y="514745"/>
            <a:ext cx="9586189" cy="900666"/>
          </a:xfrm>
          <a:prstGeom prst="rect">
            <a:avLst/>
          </a:prstGeom>
        </p:spPr>
        <p:txBody>
          <a:bodyPr>
            <a:normAutofit/>
          </a:bodyPr>
          <a:lstStyle>
            <a:lvl1pPr>
              <a:defRPr sz="4700">
                <a:latin typeface="Times New Roman" pitchFamily="18" charset="0"/>
                <a:cs typeface="Times New Roman" pitchFamily="18" charset="0"/>
              </a:defRPr>
            </a:lvl1pPr>
            <a:extLst/>
          </a:lstStyle>
          <a:p>
            <a:pPr eaLnBrk="1" latinLnBrk="1" hangingPunct="1"/>
            <a:r>
              <a:rPr lang="en-US" dirty="0"/>
              <a:t>Click to edit Master title style</a:t>
            </a:r>
            <a:endParaRPr dirty="0"/>
          </a:p>
        </p:txBody>
      </p:sp>
      <p:sp>
        <p:nvSpPr>
          <p:cNvPr id="3" name="Date Placeholder 2"/>
          <p:cNvSpPr>
            <a:spLocks noGrp="1"/>
          </p:cNvSpPr>
          <p:nvPr>
            <p:ph type="dt" sz="half" idx="10"/>
          </p:nvPr>
        </p:nvSpPr>
        <p:spPr>
          <a:xfrm>
            <a:off x="150506" y="7828693"/>
            <a:ext cx="3733800" cy="438150"/>
          </a:xfrm>
          <a:prstGeom prst="rect">
            <a:avLst/>
          </a:prstGeom>
        </p:spPr>
        <p:txBody>
          <a:bodyPr lIns="100950" tIns="50475" rIns="100950" bIns="50475"/>
          <a:lstStyle>
            <a:lvl1pPr algn="l">
              <a:defRPr sz="1600"/>
            </a:lvl1pPr>
            <a:extLst/>
          </a:lstStyle>
          <a:p>
            <a:fld id="{FF4C3D75-88C8-43A8-B9AB-69C8ADE066BB}" type="datetime1">
              <a:rPr lang="en-US" smtClean="0"/>
              <a:t>9/20/2024</a:t>
            </a:fld>
            <a:endParaRPr lang="en-US" dirty="0"/>
          </a:p>
        </p:txBody>
      </p:sp>
      <p:sp>
        <p:nvSpPr>
          <p:cNvPr id="7" name="Content Placeholder 6"/>
          <p:cNvSpPr>
            <a:spLocks noGrp="1"/>
          </p:cNvSpPr>
          <p:nvPr>
            <p:ph sz="quarter" idx="13"/>
          </p:nvPr>
        </p:nvSpPr>
        <p:spPr>
          <a:xfrm>
            <a:off x="150506" y="2732246"/>
            <a:ext cx="12304823" cy="4663450"/>
          </a:xfrm>
          <a:prstGeom prst="rect">
            <a:avLst/>
          </a:prstGeom>
        </p:spPr>
        <p:txBody>
          <a:bodyPr/>
          <a:lstStyle/>
          <a:p>
            <a:pPr lvl="0" eaLnBrk="1" latinLnBrk="1" hangingPunct="1"/>
            <a:r>
              <a:rPr lang="en-US" dirty="0"/>
              <a:t>Click to edit Master text styles</a:t>
            </a:r>
          </a:p>
          <a:p>
            <a:pPr lvl="1" eaLnBrk="1" latinLnBrk="1" hangingPunct="1"/>
            <a:r>
              <a:rPr lang="en-US" dirty="0"/>
              <a:t>Second level</a:t>
            </a:r>
          </a:p>
          <a:p>
            <a:pPr lvl="2" eaLnBrk="1" latinLnBrk="1" hangingPunct="1"/>
            <a:r>
              <a:rPr lang="en-US" dirty="0"/>
              <a:t>Third level</a:t>
            </a:r>
          </a:p>
          <a:p>
            <a:pPr lvl="3" eaLnBrk="1" latinLnBrk="1" hangingPunct="1"/>
            <a:r>
              <a:rPr lang="en-US" dirty="0"/>
              <a:t>Fourth level</a:t>
            </a:r>
          </a:p>
          <a:p>
            <a:pPr lvl="4" eaLnBrk="1" latinLnBrk="1" hangingPunct="1"/>
            <a:r>
              <a:rPr lang="en-US" dirty="0"/>
              <a:t>Fifth level</a:t>
            </a:r>
            <a:endParaRPr dirty="0"/>
          </a:p>
        </p:txBody>
      </p:sp>
      <p:sp>
        <p:nvSpPr>
          <p:cNvPr id="9" name="Text Placeholder 8"/>
          <p:cNvSpPr>
            <a:spLocks noGrp="1"/>
          </p:cNvSpPr>
          <p:nvPr>
            <p:ph type="body" sz="quarter" idx="14"/>
          </p:nvPr>
        </p:nvSpPr>
        <p:spPr>
          <a:xfrm>
            <a:off x="1087028" y="1812424"/>
            <a:ext cx="11523503" cy="685816"/>
          </a:xfrm>
          <a:prstGeom prst="rect">
            <a:avLst/>
          </a:prstGeom>
        </p:spPr>
        <p:txBody>
          <a:bodyPr>
            <a:noAutofit/>
          </a:bodyPr>
          <a:lstStyle>
            <a:lvl1pPr>
              <a:buFontTx/>
              <a:buNone/>
              <a:defRPr sz="4100" b="1" u="sng">
                <a:latin typeface="Times New Roman" pitchFamily="18" charset="0"/>
                <a:cs typeface="Times New Roman" pitchFamily="18" charset="0"/>
              </a:defRPr>
            </a:lvl1pPr>
          </a:lstStyle>
          <a:p>
            <a:pPr lvl="0"/>
            <a:r>
              <a:rPr lang="en-US" dirty="0"/>
              <a:t>Click to edit Master text styles</a:t>
            </a:r>
          </a:p>
        </p:txBody>
      </p:sp>
    </p:spTree>
    <p:extLst>
      <p:ext uri="{BB962C8B-B14F-4D97-AF65-F5344CB8AC3E}">
        <p14:creationId xmlns:p14="http://schemas.microsoft.com/office/powerpoint/2010/main" val="1705729428"/>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20241" y="3291842"/>
            <a:ext cx="9972358" cy="2007870"/>
          </a:xfrm>
          <a:prstGeom prst="rect">
            <a:avLst/>
          </a:prstGeom>
        </p:spPr>
        <p:txBody>
          <a:bodyPr anchor="t"/>
          <a:lstStyle>
            <a:lvl1pPr eaLnBrk="1" latinLnBrk="0" hangingPunct="1">
              <a:buNone/>
              <a:defRPr kumimoji="0" sz="4100">
                <a:solidFill>
                  <a:schemeClr val="tx1">
                    <a:lumMod val="85000"/>
                    <a:lumOff val="15000"/>
                  </a:schemeClr>
                </a:solidFill>
                <a:latin typeface="Times New Roman" pitchFamily="18" charset="0"/>
                <a:cs typeface="Times New Roman" pitchFamily="18" charset="0"/>
              </a:defRPr>
            </a:lvl1pPr>
            <a:lvl2pPr eaLnBrk="1" latinLnBrk="0" hangingPunct="1">
              <a:buNone/>
              <a:defRPr kumimoji="0" sz="2600">
                <a:solidFill>
                  <a:schemeClr val="tx1">
                    <a:tint val="75000"/>
                  </a:schemeClr>
                </a:solidFill>
              </a:defRPr>
            </a:lvl2pPr>
            <a:lvl3pPr eaLnBrk="1" latinLnBrk="0" hangingPunct="1">
              <a:buNone/>
              <a:defRPr kumimoji="0" sz="2400">
                <a:solidFill>
                  <a:schemeClr val="tx1">
                    <a:tint val="75000"/>
                  </a:schemeClr>
                </a:solidFill>
              </a:defRPr>
            </a:lvl3pPr>
            <a:lvl4pPr eaLnBrk="1" latinLnBrk="0" hangingPunct="1">
              <a:buNone/>
              <a:defRPr kumimoji="0" sz="2100">
                <a:solidFill>
                  <a:schemeClr val="tx1">
                    <a:tint val="75000"/>
                  </a:schemeClr>
                </a:solidFill>
              </a:defRPr>
            </a:lvl4pPr>
            <a:lvl5pPr eaLnBrk="1" latinLnBrk="0" hangingPunct="1">
              <a:buNone/>
              <a:defRPr kumimoji="0" sz="2100">
                <a:solidFill>
                  <a:schemeClr val="tx1">
                    <a:tint val="75000"/>
                  </a:schemeClr>
                </a:solidFill>
              </a:defRPr>
            </a:lvl5pPr>
            <a:extLst/>
          </a:lstStyle>
          <a:p>
            <a:pPr lvl="0" eaLnBrk="1" latinLnBrk="1" hangingPunct="1"/>
            <a:r>
              <a:rPr lang="en-US"/>
              <a:t>Click to edit Master text styles</a:t>
            </a:r>
          </a:p>
        </p:txBody>
      </p:sp>
      <p:sp>
        <p:nvSpPr>
          <p:cNvPr id="7" name="Rectangle 6"/>
          <p:cNvSpPr/>
          <p:nvPr/>
        </p:nvSpPr>
        <p:spPr>
          <a:xfrm>
            <a:off x="0" y="1828800"/>
            <a:ext cx="12801600" cy="13716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dirty="0"/>
          </a:p>
        </p:txBody>
      </p:sp>
      <p:sp>
        <p:nvSpPr>
          <p:cNvPr id="8" name="Rectangle 7"/>
          <p:cNvSpPr/>
          <p:nvPr/>
        </p:nvSpPr>
        <p:spPr>
          <a:xfrm>
            <a:off x="0" y="1920240"/>
            <a:ext cx="1813560" cy="118872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
        <p:nvSpPr>
          <p:cNvPr id="9" name="Rectangle 8"/>
          <p:cNvSpPr/>
          <p:nvPr/>
        </p:nvSpPr>
        <p:spPr>
          <a:xfrm>
            <a:off x="1920240" y="1920240"/>
            <a:ext cx="10881360" cy="1188720"/>
          </a:xfrm>
          <a:prstGeom prst="rect">
            <a:avLst/>
          </a:prstGeom>
          <a:no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
        <p:nvSpPr>
          <p:cNvPr id="2" name="Title 1"/>
          <p:cNvSpPr>
            <a:spLocks noGrp="1"/>
          </p:cNvSpPr>
          <p:nvPr>
            <p:ph type="title" hasCustomPrompt="1"/>
          </p:nvPr>
        </p:nvSpPr>
        <p:spPr>
          <a:xfrm>
            <a:off x="1920240" y="1920240"/>
            <a:ext cx="10668000" cy="1188720"/>
          </a:xfrm>
          <a:prstGeom prst="rect">
            <a:avLst/>
          </a:prstGeom>
        </p:spPr>
        <p:txBody>
          <a:bodyPr>
            <a:normAutofit/>
          </a:bodyPr>
          <a:lstStyle>
            <a:lvl1pPr algn="l" eaLnBrk="1" latinLnBrk="0" hangingPunct="1">
              <a:buNone/>
              <a:defRPr kumimoji="0" sz="4700" b="1" cap="none">
                <a:solidFill>
                  <a:schemeClr val="tx1"/>
                </a:solidFill>
              </a:defRPr>
            </a:lvl1pPr>
            <a:extLst/>
          </a:lstStyle>
          <a:p>
            <a:r>
              <a:rPr kumimoji="0" lang="en-US" dirty="0"/>
              <a:t>Click to edit master title style</a:t>
            </a:r>
          </a:p>
        </p:txBody>
      </p:sp>
      <p:sp>
        <p:nvSpPr>
          <p:cNvPr id="12" name="Date Placeholder 11"/>
          <p:cNvSpPr>
            <a:spLocks noGrp="1"/>
          </p:cNvSpPr>
          <p:nvPr>
            <p:ph type="dt" sz="half" idx="10"/>
          </p:nvPr>
        </p:nvSpPr>
        <p:spPr>
          <a:xfrm>
            <a:off x="452940" y="7891534"/>
            <a:ext cx="3733800" cy="438150"/>
          </a:xfrm>
          <a:prstGeom prst="rect">
            <a:avLst/>
          </a:prstGeom>
        </p:spPr>
        <p:txBody>
          <a:bodyPr lIns="100950" tIns="50475" rIns="100950" bIns="50475"/>
          <a:lstStyle>
            <a:lvl1pPr algn="r">
              <a:defRPr sz="1900"/>
            </a:lvl1pPr>
            <a:extLst/>
          </a:lstStyle>
          <a:p>
            <a:fld id="{9BC1B821-2382-43E5-8D5F-943575D69C67}" type="datetime1">
              <a:rPr lang="en-US" smtClean="0"/>
              <a:t>9/20/2024</a:t>
            </a:fld>
            <a:endParaRPr lang="en-US"/>
          </a:p>
        </p:txBody>
      </p:sp>
      <p:sp>
        <p:nvSpPr>
          <p:cNvPr id="13" name="Slide Number Placeholder 12"/>
          <p:cNvSpPr>
            <a:spLocks noGrp="1"/>
          </p:cNvSpPr>
          <p:nvPr>
            <p:ph type="sldNum" sz="quarter" idx="11"/>
          </p:nvPr>
        </p:nvSpPr>
        <p:spPr>
          <a:xfrm>
            <a:off x="0" y="2103121"/>
            <a:ext cx="1813560" cy="842011"/>
          </a:xfrm>
          <a:prstGeom prst="rect">
            <a:avLst/>
          </a:prstGeom>
        </p:spPr>
        <p:txBody>
          <a:bodyPr lIns="100950" tIns="50475" rIns="100950" bIns="50475">
            <a:noAutofit/>
          </a:bodyPr>
          <a:lstStyle>
            <a:lvl1pPr eaLnBrk="1" latinLnBrk="0" hangingPunct="1">
              <a:defRPr kumimoji="0" sz="3500">
                <a:solidFill>
                  <a:srgbClr val="FFFFFF"/>
                </a:solidFill>
              </a:defRPr>
            </a:lvl1pPr>
            <a:extLst/>
          </a:lstStyle>
          <a:p>
            <a:pPr algn="ctr"/>
            <a:fld id="{8F82E0A0-C266-4798-8C8F-B9F91E9DA37E}" type="slidenum">
              <a:rPr kumimoji="0" lang="en-US" sz="3500" b="1" smtClean="0">
                <a:solidFill>
                  <a:srgbClr val="FFFFFF"/>
                </a:solidFill>
              </a:rPr>
              <a:pPr algn="ctr"/>
              <a:t>‹#›</a:t>
            </a:fld>
            <a:endParaRPr kumimoji="0" lang="en-US" sz="3500" dirty="0">
              <a:solidFill>
                <a:srgbClr val="FFFFFF"/>
              </a:solidFill>
            </a:endParaRPr>
          </a:p>
        </p:txBody>
      </p:sp>
      <p:sp>
        <p:nvSpPr>
          <p:cNvPr id="14" name="Footer Placeholder 13"/>
          <p:cNvSpPr>
            <a:spLocks noGrp="1"/>
          </p:cNvSpPr>
          <p:nvPr>
            <p:ph type="ftr" sz="quarter" idx="12"/>
          </p:nvPr>
        </p:nvSpPr>
        <p:spPr>
          <a:xfrm>
            <a:off x="4182955" y="7530061"/>
            <a:ext cx="7589517" cy="438150"/>
          </a:xfrm>
          <a:prstGeom prst="rect">
            <a:avLst/>
          </a:prstGeom>
        </p:spPr>
        <p:txBody>
          <a:bodyPr lIns="100950" tIns="50475" rIns="100950" bIns="50475"/>
          <a:lstStyle>
            <a:lvl1pPr algn="l">
              <a:defRPr sz="1900"/>
            </a:lvl1pPr>
            <a:extLst/>
          </a:lstStyle>
          <a:p>
            <a:r>
              <a:rPr lang="en-US"/>
              <a:t>SV-NCKH</a:t>
            </a:r>
          </a:p>
        </p:txBody>
      </p:sp>
      <p:pic>
        <p:nvPicPr>
          <p:cNvPr id="11" name="Picture 10" descr="Logo_Truong.jpg"/>
          <p:cNvPicPr>
            <a:picLocks noChangeAspect="1"/>
          </p:cNvPicPr>
          <p:nvPr userDrawn="1"/>
        </p:nvPicPr>
        <p:blipFill>
          <a:blip r:embed="rId2"/>
          <a:stretch>
            <a:fillRect/>
          </a:stretch>
        </p:blipFill>
        <p:spPr>
          <a:xfrm>
            <a:off x="257715" y="31142"/>
            <a:ext cx="1192866" cy="1363276"/>
          </a:xfrm>
          <a:prstGeom prst="rect">
            <a:avLst/>
          </a:prstGeom>
        </p:spPr>
      </p:pic>
    </p:spTree>
    <p:extLst>
      <p:ext uri="{BB962C8B-B14F-4D97-AF65-F5344CB8AC3E}">
        <p14:creationId xmlns:p14="http://schemas.microsoft.com/office/powerpoint/2010/main" val="475823567"/>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800193" y="188976"/>
            <a:ext cx="10468008" cy="1182605"/>
          </a:xfrm>
          <a:prstGeom prst="rect">
            <a:avLst/>
          </a:prstGeom>
        </p:spPr>
        <p:txBody>
          <a:bodyPr>
            <a:normAutofit/>
          </a:bodyPr>
          <a:lstStyle>
            <a:lvl1pPr>
              <a:defRPr sz="4700">
                <a:latin typeface="Times New Roman" pitchFamily="18" charset="0"/>
                <a:cs typeface="Times New Roman" pitchFamily="18" charset="0"/>
              </a:defRPr>
            </a:lvl1pPr>
            <a:extLst/>
          </a:lstStyle>
          <a:p>
            <a:pPr eaLnBrk="1" latinLnBrk="1" hangingPunct="1"/>
            <a:r>
              <a:rPr lang="en-US"/>
              <a:t>Click to edit Master title style</a:t>
            </a:r>
            <a:endParaRPr/>
          </a:p>
        </p:txBody>
      </p:sp>
      <p:sp>
        <p:nvSpPr>
          <p:cNvPr id="9" name="Content Placeholder 8"/>
          <p:cNvSpPr>
            <a:spLocks noGrp="1"/>
          </p:cNvSpPr>
          <p:nvPr>
            <p:ph sz="quarter" idx="13"/>
          </p:nvPr>
        </p:nvSpPr>
        <p:spPr>
          <a:xfrm>
            <a:off x="324818" y="2164083"/>
            <a:ext cx="5712953" cy="5229798"/>
          </a:xfrm>
          <a:prstGeom prst="rect">
            <a:avLst/>
          </a:prstGeom>
        </p:spPr>
        <p:txBody>
          <a:bodyPr/>
          <a:lstStyle/>
          <a:p>
            <a:pPr lvl="0" eaLnBrk="1" latinLnBrk="1" hangingPunct="1"/>
            <a:r>
              <a:rPr lang="en-US"/>
              <a:t>Click to edit Master text styles</a:t>
            </a:r>
          </a:p>
          <a:p>
            <a:pPr lvl="1" eaLnBrk="1" latinLnBrk="1" hangingPunct="1"/>
            <a:r>
              <a:rPr lang="en-US"/>
              <a:t>Second level</a:t>
            </a:r>
          </a:p>
          <a:p>
            <a:pPr lvl="2" eaLnBrk="1" latinLnBrk="1" hangingPunct="1"/>
            <a:r>
              <a:rPr lang="en-US"/>
              <a:t>Third level</a:t>
            </a:r>
          </a:p>
          <a:p>
            <a:pPr lvl="3" eaLnBrk="1" latinLnBrk="1" hangingPunct="1"/>
            <a:r>
              <a:rPr lang="en-US"/>
              <a:t>Fourth level</a:t>
            </a:r>
          </a:p>
          <a:p>
            <a:pPr lvl="4" eaLnBrk="1" latinLnBrk="1" hangingPunct="1"/>
            <a:r>
              <a:rPr lang="en-US"/>
              <a:t>Fifth level</a:t>
            </a:r>
            <a:endParaRPr/>
          </a:p>
        </p:txBody>
      </p:sp>
      <p:sp>
        <p:nvSpPr>
          <p:cNvPr id="11" name="Content Placeholder 10"/>
          <p:cNvSpPr>
            <a:spLocks noGrp="1"/>
          </p:cNvSpPr>
          <p:nvPr>
            <p:ph sz="quarter" idx="14"/>
          </p:nvPr>
        </p:nvSpPr>
        <p:spPr>
          <a:xfrm>
            <a:off x="6668297" y="2164080"/>
            <a:ext cx="5732059" cy="5229800"/>
          </a:xfrm>
          <a:prstGeom prst="rect">
            <a:avLst/>
          </a:prstGeom>
        </p:spPr>
        <p:txBody>
          <a:bodyPr/>
          <a:lstStyle/>
          <a:p>
            <a:pPr lvl="0" eaLnBrk="1" latinLnBrk="1" hangingPunct="1"/>
            <a:r>
              <a:rPr lang="en-US"/>
              <a:t>Click to edit Master text styles</a:t>
            </a:r>
          </a:p>
          <a:p>
            <a:pPr lvl="1" eaLnBrk="1" latinLnBrk="1" hangingPunct="1"/>
            <a:r>
              <a:rPr lang="en-US"/>
              <a:t>Second level</a:t>
            </a:r>
          </a:p>
          <a:p>
            <a:pPr lvl="2" eaLnBrk="1" latinLnBrk="1" hangingPunct="1"/>
            <a:r>
              <a:rPr lang="en-US"/>
              <a:t>Third level</a:t>
            </a:r>
          </a:p>
          <a:p>
            <a:pPr lvl="3" eaLnBrk="1" latinLnBrk="1" hangingPunct="1"/>
            <a:r>
              <a:rPr lang="en-US"/>
              <a:t>Fourth level</a:t>
            </a:r>
          </a:p>
          <a:p>
            <a:pPr lvl="4" eaLnBrk="1" latinLnBrk="1" hangingPunct="1"/>
            <a:r>
              <a:rPr lang="en-US"/>
              <a:t>Fifth level</a:t>
            </a:r>
            <a:endParaRPr/>
          </a:p>
        </p:txBody>
      </p:sp>
      <p:sp>
        <p:nvSpPr>
          <p:cNvPr id="8" name="Date Placeholder 7"/>
          <p:cNvSpPr>
            <a:spLocks noGrp="1"/>
          </p:cNvSpPr>
          <p:nvPr>
            <p:ph type="dt" sz="half" idx="15"/>
          </p:nvPr>
        </p:nvSpPr>
        <p:spPr>
          <a:xfrm>
            <a:off x="452940" y="7891534"/>
            <a:ext cx="3733800" cy="438150"/>
          </a:xfrm>
          <a:prstGeom prst="rect">
            <a:avLst/>
          </a:prstGeom>
        </p:spPr>
        <p:txBody>
          <a:bodyPr lIns="100950" tIns="50475" rIns="100950" bIns="50475" rtlCol="0"/>
          <a:lstStyle>
            <a:lvl1pPr algn="r">
              <a:defRPr sz="1900"/>
            </a:lvl1pPr>
            <a:extLst/>
          </a:lstStyle>
          <a:p>
            <a:fld id="{9546D160-4632-473C-BAF5-C078B4FF52E3}" type="datetime1">
              <a:rPr lang="en-US" smtClean="0"/>
              <a:t>9/20/2024</a:t>
            </a:fld>
            <a:endParaRPr lang="en-US"/>
          </a:p>
        </p:txBody>
      </p:sp>
      <p:sp>
        <p:nvSpPr>
          <p:cNvPr id="10" name="Slide Number Placeholder 9"/>
          <p:cNvSpPr>
            <a:spLocks noGrp="1"/>
          </p:cNvSpPr>
          <p:nvPr>
            <p:ph type="sldNum" sz="quarter" idx="16"/>
          </p:nvPr>
        </p:nvSpPr>
        <p:spPr>
          <a:xfrm>
            <a:off x="250466" y="1347765"/>
            <a:ext cx="746760" cy="496938"/>
          </a:xfrm>
          <a:prstGeom prst="rect">
            <a:avLst/>
          </a:prstGeom>
        </p:spPr>
        <p:txBody>
          <a:bodyPr lIns="100950" tIns="50475" rIns="100950" bIns="50475" rtlCol="0" anchor="b"/>
          <a:lstStyle>
            <a:lvl1pPr>
              <a:defRPr>
                <a:solidFill>
                  <a:srgbClr val="FF0000"/>
                </a:solidFill>
              </a:defRPr>
            </a:lvl1pPr>
            <a:extLst/>
          </a:lstStyle>
          <a:p>
            <a:fld id="{8F82E0A0-C266-4798-8C8F-B9F91E9DA37E}" type="slidenum">
              <a:rPr lang="en-US" smtClean="0"/>
              <a:pPr/>
              <a:t>‹#›</a:t>
            </a:fld>
            <a:endParaRPr lang="en-US" dirty="0"/>
          </a:p>
        </p:txBody>
      </p:sp>
      <p:sp>
        <p:nvSpPr>
          <p:cNvPr id="12" name="Footer Placeholder 11"/>
          <p:cNvSpPr>
            <a:spLocks noGrp="1"/>
          </p:cNvSpPr>
          <p:nvPr>
            <p:ph type="ftr" sz="quarter" idx="17"/>
          </p:nvPr>
        </p:nvSpPr>
        <p:spPr>
          <a:xfrm>
            <a:off x="4182955" y="7530061"/>
            <a:ext cx="7589517" cy="438150"/>
          </a:xfrm>
          <a:prstGeom prst="rect">
            <a:avLst/>
          </a:prstGeom>
        </p:spPr>
        <p:txBody>
          <a:bodyPr lIns="100950" tIns="50475" rIns="100950" bIns="50475" rtlCol="0"/>
          <a:lstStyle>
            <a:lvl1pPr algn="l">
              <a:defRPr sz="1900"/>
            </a:lvl1pPr>
            <a:extLst/>
          </a:lstStyle>
          <a:p>
            <a:r>
              <a:rPr lang="en-US"/>
              <a:t>SV-NCKH</a:t>
            </a:r>
            <a:endParaRPr lang="en-US" dirty="0"/>
          </a:p>
        </p:txBody>
      </p:sp>
      <p:cxnSp>
        <p:nvCxnSpPr>
          <p:cNvPr id="14" name="Straight Connector 13"/>
          <p:cNvCxnSpPr/>
          <p:nvPr userDrawn="1"/>
        </p:nvCxnSpPr>
        <p:spPr>
          <a:xfrm>
            <a:off x="1006134" y="1807012"/>
            <a:ext cx="11765019" cy="541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rot="16200000" flipH="1">
            <a:off x="3573424" y="4678337"/>
            <a:ext cx="5617440" cy="1463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8700462"/>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800193" y="188976"/>
            <a:ext cx="10472275" cy="1182605"/>
          </a:xfrm>
          <a:prstGeom prst="rect">
            <a:avLst/>
          </a:prstGeom>
        </p:spPr>
        <p:txBody>
          <a:bodyPr anchor="t">
            <a:normAutofit/>
          </a:bodyPr>
          <a:lstStyle>
            <a:lvl1pPr eaLnBrk="1" latinLnBrk="0" hangingPunct="1">
              <a:defRPr kumimoji="0" sz="4700"/>
            </a:lvl1pPr>
            <a:extLst/>
          </a:lstStyle>
          <a:p>
            <a:pPr eaLnBrk="1" latinLnBrk="1" hangingPunct="1"/>
            <a:r>
              <a:rPr lang="en-US"/>
              <a:t>Click to edit Master title style</a:t>
            </a:r>
            <a:endParaRPr/>
          </a:p>
        </p:txBody>
      </p:sp>
      <p:sp>
        <p:nvSpPr>
          <p:cNvPr id="11" name="Content Placeholder 10"/>
          <p:cNvSpPr>
            <a:spLocks noGrp="1"/>
          </p:cNvSpPr>
          <p:nvPr>
            <p:ph sz="quarter" idx="13"/>
          </p:nvPr>
        </p:nvSpPr>
        <p:spPr>
          <a:xfrm>
            <a:off x="400008" y="3078933"/>
            <a:ext cx="6134184" cy="4109458"/>
          </a:xfrm>
          <a:prstGeom prst="rect">
            <a:avLst/>
          </a:prstGeom>
        </p:spPr>
        <p:txBody>
          <a:bodyPr>
            <a:normAutofit/>
          </a:bodyPr>
          <a:lstStyle>
            <a:lvl1pPr>
              <a:defRPr sz="2900">
                <a:latin typeface="Tahoma" pitchFamily="34" charset="0"/>
                <a:cs typeface="Tahoma" pitchFamily="34" charset="0"/>
              </a:defRPr>
            </a:lvl1pPr>
            <a:lvl2pPr>
              <a:defRPr sz="2600">
                <a:latin typeface="Tahoma" pitchFamily="34" charset="0"/>
                <a:cs typeface="Tahoma" pitchFamily="34" charset="0"/>
              </a:defRPr>
            </a:lvl2pPr>
            <a:lvl3pPr>
              <a:defRPr sz="2400">
                <a:latin typeface="Tahoma" pitchFamily="34" charset="0"/>
                <a:cs typeface="Tahoma" pitchFamily="34" charset="0"/>
              </a:defRPr>
            </a:lvl3pPr>
            <a:lvl4pPr>
              <a:defRPr sz="2600">
                <a:latin typeface="Tahoma" pitchFamily="34" charset="0"/>
                <a:cs typeface="Tahoma" pitchFamily="34" charset="0"/>
              </a:defRPr>
            </a:lvl4pPr>
            <a:lvl5pPr>
              <a:defRPr sz="2400">
                <a:latin typeface="Tahoma" pitchFamily="34" charset="0"/>
                <a:cs typeface="Tahoma" pitchFamily="34" charset="0"/>
              </a:defRPr>
            </a:lvl5pPr>
            <a:extLst/>
          </a:lstStyle>
          <a:p>
            <a:pPr lvl="0" eaLnBrk="1" latinLnBrk="1" hangingPunct="1"/>
            <a:r>
              <a:rPr lang="en-US"/>
              <a:t>Click to edit Master text styles</a:t>
            </a:r>
          </a:p>
          <a:p>
            <a:pPr lvl="1" eaLnBrk="1" latinLnBrk="1" hangingPunct="1"/>
            <a:r>
              <a:rPr lang="en-US"/>
              <a:t>Second level</a:t>
            </a:r>
          </a:p>
          <a:p>
            <a:pPr lvl="2" eaLnBrk="1" latinLnBrk="1" hangingPunct="1"/>
            <a:r>
              <a:rPr lang="en-US"/>
              <a:t>Third level</a:t>
            </a:r>
          </a:p>
          <a:p>
            <a:pPr lvl="3" eaLnBrk="1" latinLnBrk="1" hangingPunct="1"/>
            <a:r>
              <a:rPr lang="en-US"/>
              <a:t>Fourth level</a:t>
            </a:r>
          </a:p>
          <a:p>
            <a:pPr lvl="4" eaLnBrk="1" latinLnBrk="1" hangingPunct="1"/>
            <a:r>
              <a:rPr lang="en-US"/>
              <a:t>Fifth level</a:t>
            </a:r>
            <a:endParaRPr/>
          </a:p>
        </p:txBody>
      </p:sp>
      <p:sp>
        <p:nvSpPr>
          <p:cNvPr id="13" name="Content Placeholder 12"/>
          <p:cNvSpPr>
            <a:spLocks noGrp="1"/>
          </p:cNvSpPr>
          <p:nvPr>
            <p:ph sz="quarter" idx="14"/>
          </p:nvPr>
        </p:nvSpPr>
        <p:spPr>
          <a:xfrm>
            <a:off x="6800854" y="3057100"/>
            <a:ext cx="5600739" cy="4131293"/>
          </a:xfrm>
          <a:prstGeom prst="rect">
            <a:avLst/>
          </a:prstGeom>
        </p:spPr>
        <p:txBody>
          <a:bodyPr>
            <a:normAutofit/>
          </a:bodyPr>
          <a:lstStyle>
            <a:lvl1pPr>
              <a:defRPr sz="2900">
                <a:latin typeface="Tahoma" pitchFamily="34" charset="0"/>
                <a:cs typeface="Tahoma" pitchFamily="34" charset="0"/>
              </a:defRPr>
            </a:lvl1pPr>
            <a:lvl2pPr>
              <a:defRPr sz="2600">
                <a:latin typeface="Tahoma" pitchFamily="34" charset="0"/>
                <a:cs typeface="Tahoma" pitchFamily="34" charset="0"/>
              </a:defRPr>
            </a:lvl2pPr>
            <a:lvl3pPr>
              <a:defRPr sz="2400">
                <a:latin typeface="Tahoma" pitchFamily="34" charset="0"/>
                <a:cs typeface="Tahoma" pitchFamily="34" charset="0"/>
              </a:defRPr>
            </a:lvl3pPr>
            <a:lvl4pPr>
              <a:defRPr sz="2600">
                <a:latin typeface="Tahoma" pitchFamily="34" charset="0"/>
                <a:cs typeface="Tahoma" pitchFamily="34" charset="0"/>
              </a:defRPr>
            </a:lvl4pPr>
            <a:lvl5pPr>
              <a:defRPr sz="2400">
                <a:latin typeface="Tahoma" pitchFamily="34" charset="0"/>
                <a:cs typeface="Tahoma" pitchFamily="34" charset="0"/>
              </a:defRPr>
            </a:lvl5pPr>
            <a:extLst/>
          </a:lstStyle>
          <a:p>
            <a:pPr lvl="0" eaLnBrk="1" latinLnBrk="1" hangingPunct="1"/>
            <a:r>
              <a:rPr lang="en-US"/>
              <a:t>Click to edit Master text styles</a:t>
            </a:r>
          </a:p>
          <a:p>
            <a:pPr lvl="1" eaLnBrk="1" latinLnBrk="1" hangingPunct="1"/>
            <a:r>
              <a:rPr lang="en-US"/>
              <a:t>Second level</a:t>
            </a:r>
          </a:p>
          <a:p>
            <a:pPr lvl="2" eaLnBrk="1" latinLnBrk="1" hangingPunct="1"/>
            <a:r>
              <a:rPr lang="en-US"/>
              <a:t>Third level</a:t>
            </a:r>
          </a:p>
          <a:p>
            <a:pPr lvl="3" eaLnBrk="1" latinLnBrk="1" hangingPunct="1"/>
            <a:r>
              <a:rPr lang="en-US"/>
              <a:t>Fourth level</a:t>
            </a:r>
          </a:p>
          <a:p>
            <a:pPr lvl="4" eaLnBrk="1" latinLnBrk="1" hangingPunct="1"/>
            <a:r>
              <a:rPr lang="en-US"/>
              <a:t>Fifth level</a:t>
            </a:r>
            <a:endParaRPr/>
          </a:p>
        </p:txBody>
      </p:sp>
      <p:sp>
        <p:nvSpPr>
          <p:cNvPr id="10" name="Date Placeholder 9"/>
          <p:cNvSpPr>
            <a:spLocks noGrp="1"/>
          </p:cNvSpPr>
          <p:nvPr>
            <p:ph type="dt" sz="half" idx="15"/>
          </p:nvPr>
        </p:nvSpPr>
        <p:spPr>
          <a:xfrm>
            <a:off x="452940" y="7891534"/>
            <a:ext cx="3733800" cy="438150"/>
          </a:xfrm>
          <a:prstGeom prst="rect">
            <a:avLst/>
          </a:prstGeom>
        </p:spPr>
        <p:txBody>
          <a:bodyPr lIns="100950" tIns="50475" rIns="100950" bIns="50475" rtlCol="0"/>
          <a:lstStyle>
            <a:lvl1pPr algn="r">
              <a:defRPr sz="1900"/>
            </a:lvl1pPr>
            <a:extLst/>
          </a:lstStyle>
          <a:p>
            <a:fld id="{F3F00EB8-734A-4D9E-840B-7F95AC6FC3D4}" type="datetime1">
              <a:rPr lang="en-US" smtClean="0"/>
              <a:t>9/20/2024</a:t>
            </a:fld>
            <a:endParaRPr lang="en-US"/>
          </a:p>
        </p:txBody>
      </p:sp>
      <p:sp>
        <p:nvSpPr>
          <p:cNvPr id="12" name="Slide Number Placeholder 11"/>
          <p:cNvSpPr>
            <a:spLocks noGrp="1"/>
          </p:cNvSpPr>
          <p:nvPr>
            <p:ph type="sldNum" sz="quarter" idx="16"/>
          </p:nvPr>
        </p:nvSpPr>
        <p:spPr>
          <a:xfrm>
            <a:off x="250466" y="1347765"/>
            <a:ext cx="746760" cy="496938"/>
          </a:xfrm>
          <a:prstGeom prst="rect">
            <a:avLst/>
          </a:prstGeom>
        </p:spPr>
        <p:txBody>
          <a:bodyPr lIns="100950" tIns="50475" rIns="100950" bIns="50475" rtlCol="0" anchor="b"/>
          <a:lstStyle>
            <a:lvl1pPr>
              <a:defRPr>
                <a:solidFill>
                  <a:schemeClr val="tx1"/>
                </a:solidFill>
              </a:defRPr>
            </a:lvl1pPr>
            <a:extLst/>
          </a:lstStyle>
          <a:p>
            <a:fld id="{8F82E0A0-C266-4798-8C8F-B9F91E9DA37E}" type="slidenum">
              <a:rPr lang="en-US" smtClean="0"/>
              <a:pPr/>
              <a:t>‹#›</a:t>
            </a:fld>
            <a:endParaRPr lang="en-US" dirty="0"/>
          </a:p>
        </p:txBody>
      </p:sp>
      <p:sp>
        <p:nvSpPr>
          <p:cNvPr id="14" name="Footer Placeholder 13"/>
          <p:cNvSpPr>
            <a:spLocks noGrp="1"/>
          </p:cNvSpPr>
          <p:nvPr>
            <p:ph type="ftr" sz="quarter" idx="17"/>
          </p:nvPr>
        </p:nvSpPr>
        <p:spPr>
          <a:xfrm>
            <a:off x="4182955" y="7530061"/>
            <a:ext cx="7589517" cy="438150"/>
          </a:xfrm>
          <a:prstGeom prst="rect">
            <a:avLst/>
          </a:prstGeom>
        </p:spPr>
        <p:txBody>
          <a:bodyPr lIns="100950" tIns="50475" rIns="100950" bIns="50475" rtlCol="0"/>
          <a:lstStyle>
            <a:lvl1pPr algn="l">
              <a:defRPr sz="1900"/>
            </a:lvl1pPr>
            <a:extLst/>
          </a:lstStyle>
          <a:p>
            <a:r>
              <a:rPr lang="en-US"/>
              <a:t>SV-NCKH</a:t>
            </a:r>
          </a:p>
        </p:txBody>
      </p:sp>
      <p:sp>
        <p:nvSpPr>
          <p:cNvPr id="16" name="Text Placeholder 15"/>
          <p:cNvSpPr>
            <a:spLocks noGrp="1"/>
          </p:cNvSpPr>
          <p:nvPr>
            <p:ph type="body" sz="quarter" idx="18"/>
          </p:nvPr>
        </p:nvSpPr>
        <p:spPr>
          <a:xfrm>
            <a:off x="400007" y="2090103"/>
            <a:ext cx="6134541" cy="848563"/>
          </a:xfrm>
          <a:prstGeom prst="rect">
            <a:avLst/>
          </a:prstGeom>
          <a:solidFill>
            <a:srgbClr val="0070C0"/>
          </a:solidFill>
        </p:spPr>
        <p:txBody>
          <a:bodyPr rtlCol="0" anchor="ctr">
            <a:normAutofit/>
          </a:bodyPr>
          <a:lstStyle>
            <a:lvl1pPr eaLnBrk="1" latinLnBrk="0" hangingPunct="1">
              <a:buFontTx/>
              <a:buNone/>
              <a:defRPr kumimoji="0" sz="3500" b="1">
                <a:solidFill>
                  <a:srgbClr val="FFFFFF"/>
                </a:solidFill>
                <a:latin typeface="Times New Roman" pitchFamily="18" charset="0"/>
                <a:cs typeface="Times New Roman" pitchFamily="18" charset="0"/>
              </a:defRPr>
            </a:lvl1pPr>
            <a:extLst/>
          </a:lstStyle>
          <a:p>
            <a:pPr lvl="0" eaLnBrk="1" latinLnBrk="1" hangingPunct="1"/>
            <a:r>
              <a:rPr lang="en-US"/>
              <a:t>Click to edit Master text styles</a:t>
            </a:r>
          </a:p>
        </p:txBody>
      </p:sp>
      <p:sp>
        <p:nvSpPr>
          <p:cNvPr id="15" name="Text Placeholder 14"/>
          <p:cNvSpPr>
            <a:spLocks noGrp="1"/>
          </p:cNvSpPr>
          <p:nvPr>
            <p:ph type="body" sz="quarter" idx="19"/>
          </p:nvPr>
        </p:nvSpPr>
        <p:spPr>
          <a:xfrm>
            <a:off x="6800854" y="2090103"/>
            <a:ext cx="5600739" cy="848563"/>
          </a:xfrm>
          <a:prstGeom prst="rect">
            <a:avLst/>
          </a:prstGeom>
          <a:solidFill>
            <a:schemeClr val="accent2"/>
          </a:solidFill>
        </p:spPr>
        <p:txBody>
          <a:bodyPr rtlCol="0" anchor="ctr">
            <a:normAutofit/>
          </a:bodyPr>
          <a:lstStyle>
            <a:lvl1pPr eaLnBrk="1" latinLnBrk="0" hangingPunct="1">
              <a:buFontTx/>
              <a:buNone/>
              <a:defRPr kumimoji="0" sz="3500" b="1">
                <a:solidFill>
                  <a:srgbClr val="FFFFFF"/>
                </a:solidFill>
                <a:latin typeface="Times New Roman" pitchFamily="18" charset="0"/>
                <a:cs typeface="Times New Roman" pitchFamily="18" charset="0"/>
              </a:defRPr>
            </a:lvl1pPr>
            <a:extLst/>
          </a:lstStyle>
          <a:p>
            <a:pPr lvl="0" eaLnBrk="1" latinLnBrk="1" hangingPunct="1"/>
            <a:r>
              <a:rPr lang="en-US"/>
              <a:t>Click to edit Master text styles</a:t>
            </a:r>
          </a:p>
        </p:txBody>
      </p:sp>
      <p:cxnSp>
        <p:nvCxnSpPr>
          <p:cNvPr id="19" name="Straight Connector 18"/>
          <p:cNvCxnSpPr/>
          <p:nvPr userDrawn="1"/>
        </p:nvCxnSpPr>
        <p:spPr>
          <a:xfrm>
            <a:off x="1100101" y="1828785"/>
            <a:ext cx="11701499" cy="254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userDrawn="1"/>
        </p:nvCxnSpPr>
        <p:spPr>
          <a:xfrm rot="16200000" flipH="1">
            <a:off x="4034379" y="4490652"/>
            <a:ext cx="5311724" cy="1462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0994102"/>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702080" y="514745"/>
            <a:ext cx="9586189" cy="900666"/>
          </a:xfrm>
          <a:prstGeom prst="rect">
            <a:avLst/>
          </a:prstGeom>
        </p:spPr>
        <p:txBody>
          <a:bodyPr/>
          <a:lstStyle/>
          <a:p>
            <a:pPr eaLnBrk="1" latinLnBrk="1" hangingPunct="1"/>
            <a:r>
              <a:rPr lang="en-US"/>
              <a:t>Click to edit Master title style</a:t>
            </a:r>
            <a:endParaRPr/>
          </a:p>
        </p:txBody>
      </p:sp>
      <p:sp>
        <p:nvSpPr>
          <p:cNvPr id="3" name="Date Placeholder 2"/>
          <p:cNvSpPr>
            <a:spLocks noGrp="1"/>
          </p:cNvSpPr>
          <p:nvPr>
            <p:ph type="dt" sz="half" idx="10"/>
          </p:nvPr>
        </p:nvSpPr>
        <p:spPr>
          <a:xfrm>
            <a:off x="452940" y="7891534"/>
            <a:ext cx="3733800" cy="438150"/>
          </a:xfrm>
          <a:prstGeom prst="rect">
            <a:avLst/>
          </a:prstGeom>
        </p:spPr>
        <p:txBody>
          <a:bodyPr lIns="100950" tIns="50475" rIns="100950" bIns="50475"/>
          <a:lstStyle>
            <a:lvl1pPr algn="r">
              <a:defRPr sz="1900"/>
            </a:lvl1pPr>
            <a:extLst/>
          </a:lstStyle>
          <a:p>
            <a:fld id="{06BBA4C6-1B05-4BB1-A505-A1C952977604}" type="datetime1">
              <a:rPr lang="en-US" smtClean="0"/>
              <a:t>9/20/2024</a:t>
            </a:fld>
            <a:endParaRPr lang="en-US"/>
          </a:p>
        </p:txBody>
      </p:sp>
      <p:sp>
        <p:nvSpPr>
          <p:cNvPr id="4" name="Footer Placeholder 3"/>
          <p:cNvSpPr>
            <a:spLocks noGrp="1"/>
          </p:cNvSpPr>
          <p:nvPr>
            <p:ph type="ftr" sz="quarter" idx="11"/>
          </p:nvPr>
        </p:nvSpPr>
        <p:spPr>
          <a:xfrm>
            <a:off x="4182955" y="7530061"/>
            <a:ext cx="7589517" cy="438150"/>
          </a:xfrm>
          <a:prstGeom prst="rect">
            <a:avLst/>
          </a:prstGeom>
        </p:spPr>
        <p:txBody>
          <a:bodyPr lIns="100950" tIns="50475" rIns="100950" bIns="50475"/>
          <a:lstStyle>
            <a:lvl1pPr algn="l">
              <a:defRPr sz="1900"/>
            </a:lvl1pPr>
            <a:extLst/>
          </a:lstStyle>
          <a:p>
            <a:r>
              <a:rPr lang="en-US"/>
              <a:t>SV-NCKH</a:t>
            </a:r>
          </a:p>
        </p:txBody>
      </p:sp>
      <p:sp>
        <p:nvSpPr>
          <p:cNvPr id="5" name="Slide Number Placeholder 4"/>
          <p:cNvSpPr>
            <a:spLocks noGrp="1"/>
          </p:cNvSpPr>
          <p:nvPr>
            <p:ph type="sldNum" sz="quarter" idx="12"/>
          </p:nvPr>
        </p:nvSpPr>
        <p:spPr>
          <a:xfrm>
            <a:off x="250466" y="1347766"/>
            <a:ext cx="746760" cy="512840"/>
          </a:xfrm>
          <a:prstGeom prst="rect">
            <a:avLst/>
          </a:prstGeom>
        </p:spPr>
        <p:txBody>
          <a:bodyPr lIns="100950" tIns="50475" rIns="100950" bIns="50475" anchor="b"/>
          <a:lstStyle>
            <a:lvl1pPr eaLnBrk="1" latinLnBrk="0" hangingPunct="1">
              <a:defRPr kumimoji="0">
                <a:solidFill>
                  <a:schemeClr val="tx1"/>
                </a:solidFill>
              </a:defRPr>
            </a:lvl1pPr>
            <a:extLst/>
          </a:lstStyle>
          <a:p>
            <a:fld id="{A3F7CB7D-F184-43C7-B6FD-03D728E1BBFF}" type="slidenum">
              <a:rPr lang="en-US" smtClean="0"/>
              <a:pPr/>
              <a:t>‹#›</a:t>
            </a:fld>
            <a:endParaRPr lang="en-US" dirty="0"/>
          </a:p>
        </p:txBody>
      </p:sp>
    </p:spTree>
    <p:extLst>
      <p:ext uri="{BB962C8B-B14F-4D97-AF65-F5344CB8AC3E}">
        <p14:creationId xmlns:p14="http://schemas.microsoft.com/office/powerpoint/2010/main" val="1348728702"/>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00220" y="188976"/>
            <a:ext cx="10267980" cy="1182605"/>
          </a:xfrm>
          <a:prstGeom prst="rect">
            <a:avLst/>
          </a:prstGeom>
        </p:spPr>
        <p:txBody>
          <a:bodyPr anchor="t">
            <a:normAutofit/>
          </a:bodyPr>
          <a:lstStyle>
            <a:lvl1pPr algn="l" eaLnBrk="1" latinLnBrk="0" hangingPunct="1">
              <a:buNone/>
              <a:defRPr kumimoji="0" sz="4700" b="1">
                <a:latin typeface="Times New Roman" pitchFamily="18" charset="0"/>
                <a:cs typeface="Times New Roman" pitchFamily="18" charset="0"/>
              </a:defRPr>
            </a:lvl1pPr>
            <a:extLst/>
          </a:lstStyle>
          <a:p>
            <a:pPr eaLnBrk="1" latinLnBrk="1" hangingPunct="1"/>
            <a:r>
              <a:rPr lang="en-US"/>
              <a:t>Click to edit Master title style</a:t>
            </a:r>
            <a:endParaRPr/>
          </a:p>
        </p:txBody>
      </p:sp>
      <p:sp>
        <p:nvSpPr>
          <p:cNvPr id="5" name="Date Placeholder 4"/>
          <p:cNvSpPr>
            <a:spLocks noGrp="1"/>
          </p:cNvSpPr>
          <p:nvPr>
            <p:ph type="dt" sz="half" idx="10"/>
          </p:nvPr>
        </p:nvSpPr>
        <p:spPr>
          <a:xfrm>
            <a:off x="452940" y="7891534"/>
            <a:ext cx="3733800" cy="438150"/>
          </a:xfrm>
          <a:prstGeom prst="rect">
            <a:avLst/>
          </a:prstGeom>
        </p:spPr>
        <p:txBody>
          <a:bodyPr lIns="100950" tIns="50475" rIns="100950" bIns="50475"/>
          <a:lstStyle>
            <a:lvl1pPr algn="r">
              <a:defRPr sz="1900"/>
            </a:lvl1pPr>
            <a:extLst/>
          </a:lstStyle>
          <a:p>
            <a:fld id="{F233C32E-C145-4EA1-B66A-042F622CCEF6}" type="datetime1">
              <a:rPr lang="en-US" smtClean="0"/>
              <a:t>9/20/2024</a:t>
            </a:fld>
            <a:endParaRPr lang="en-US" dirty="0"/>
          </a:p>
        </p:txBody>
      </p:sp>
      <p:sp>
        <p:nvSpPr>
          <p:cNvPr id="6" name="Footer Placeholder 5"/>
          <p:cNvSpPr>
            <a:spLocks noGrp="1"/>
          </p:cNvSpPr>
          <p:nvPr>
            <p:ph type="ftr" sz="quarter" idx="11"/>
          </p:nvPr>
        </p:nvSpPr>
        <p:spPr>
          <a:xfrm>
            <a:off x="4182955" y="7530061"/>
            <a:ext cx="7589517" cy="438150"/>
          </a:xfrm>
          <a:prstGeom prst="rect">
            <a:avLst/>
          </a:prstGeom>
        </p:spPr>
        <p:txBody>
          <a:bodyPr lIns="100950" tIns="50475" rIns="100950" bIns="50475"/>
          <a:lstStyle>
            <a:lvl1pPr>
              <a:defRPr sz="1900"/>
            </a:lvl1pPr>
            <a:extLst/>
          </a:lstStyle>
          <a:p>
            <a:r>
              <a:rPr lang="en-US"/>
              <a:t>SV-NCKH</a:t>
            </a:r>
          </a:p>
        </p:txBody>
      </p:sp>
      <p:sp>
        <p:nvSpPr>
          <p:cNvPr id="7" name="Slide Number Placeholder 6"/>
          <p:cNvSpPr>
            <a:spLocks noGrp="1"/>
          </p:cNvSpPr>
          <p:nvPr>
            <p:ph type="sldNum" sz="quarter" idx="12"/>
          </p:nvPr>
        </p:nvSpPr>
        <p:spPr>
          <a:xfrm>
            <a:off x="250466" y="1347766"/>
            <a:ext cx="746760" cy="512840"/>
          </a:xfrm>
          <a:prstGeom prst="rect">
            <a:avLst/>
          </a:prstGeom>
        </p:spPr>
        <p:txBody>
          <a:bodyPr lIns="100950" tIns="50475" rIns="100950" bIns="50475" anchor="b"/>
          <a:lstStyle>
            <a:lvl1pPr eaLnBrk="1" latinLnBrk="0" hangingPunct="1">
              <a:defRPr kumimoji="0">
                <a:solidFill>
                  <a:schemeClr val="tx1"/>
                </a:solidFill>
                <a:latin typeface="Times New Roman" pitchFamily="18" charset="0"/>
                <a:cs typeface="Times New Roman" pitchFamily="18" charset="0"/>
              </a:defRPr>
            </a:lvl1pPr>
            <a:extLst/>
          </a:lstStyle>
          <a:p>
            <a:fld id="{A3F7CB7D-F184-43C7-B6FD-03D728E1BBFF}" type="slidenum">
              <a:rPr lang="en-US" smtClean="0"/>
              <a:pPr/>
              <a:t>‹#›</a:t>
            </a:fld>
            <a:endParaRPr lang="en-US" dirty="0"/>
          </a:p>
        </p:txBody>
      </p:sp>
      <p:sp>
        <p:nvSpPr>
          <p:cNvPr id="3" name="Text Placeholder 2"/>
          <p:cNvSpPr>
            <a:spLocks noGrp="1"/>
          </p:cNvSpPr>
          <p:nvPr>
            <p:ph type="body" idx="1"/>
          </p:nvPr>
        </p:nvSpPr>
        <p:spPr>
          <a:xfrm>
            <a:off x="351322" y="2271000"/>
            <a:ext cx="2749043" cy="4998720"/>
          </a:xfrm>
          <a:prstGeom prst="rect">
            <a:avLst/>
          </a:prstGeom>
          <a:ln/>
        </p:spPr>
        <p:style>
          <a:lnRef idx="2">
            <a:schemeClr val="accent1"/>
          </a:lnRef>
          <a:fillRef idx="1">
            <a:schemeClr val="lt1"/>
          </a:fillRef>
          <a:effectRef idx="0">
            <a:schemeClr val="accent1"/>
          </a:effectRef>
          <a:fontRef idx="none"/>
        </p:style>
        <p:txBody>
          <a:bodyPr lIns="151425" tIns="201900" rIns="151425" bIns="100950">
            <a:normAutofit/>
          </a:bodyPr>
          <a:lstStyle>
            <a:lvl1pPr marL="0" indent="0" eaLnBrk="1" latinLnBrk="0" hangingPunct="1">
              <a:spcAft>
                <a:spcPts val="1472"/>
              </a:spcAft>
              <a:buNone/>
              <a:defRPr kumimoji="0" sz="2900">
                <a:solidFill>
                  <a:schemeClr val="tx1">
                    <a:lumMod val="85000"/>
                    <a:lumOff val="15000"/>
                  </a:schemeClr>
                </a:solidFill>
                <a:latin typeface="Times New Roman" pitchFamily="18" charset="0"/>
                <a:cs typeface="Times New Roman" pitchFamily="18" charset="0"/>
              </a:defRPr>
            </a:lvl1pPr>
            <a:lvl2pPr eaLnBrk="1" latinLnBrk="0" hangingPunct="1">
              <a:buNone/>
              <a:defRPr kumimoji="0" sz="1800"/>
            </a:lvl2pPr>
            <a:lvl3pPr eaLnBrk="1" latinLnBrk="0" hangingPunct="1">
              <a:buNone/>
              <a:defRPr kumimoji="0" sz="1500"/>
            </a:lvl3pPr>
            <a:lvl4pPr eaLnBrk="1" latinLnBrk="0" hangingPunct="1">
              <a:buNone/>
              <a:defRPr kumimoji="0" sz="1300"/>
            </a:lvl4pPr>
            <a:lvl5pPr eaLnBrk="1" latinLnBrk="0" hangingPunct="1">
              <a:buNone/>
              <a:defRPr kumimoji="0" sz="1300"/>
            </a:lvl5pPr>
            <a:extLst/>
          </a:lstStyle>
          <a:p>
            <a:pPr lvl="0" eaLnBrk="1" latinLnBrk="1" hangingPunct="1"/>
            <a:r>
              <a:rPr lang="en-US"/>
              <a:t>Click to edit Master text styles</a:t>
            </a:r>
          </a:p>
        </p:txBody>
      </p:sp>
      <p:sp>
        <p:nvSpPr>
          <p:cNvPr id="9" name="Content Placeholder 8"/>
          <p:cNvSpPr>
            <a:spLocks noGrp="1"/>
          </p:cNvSpPr>
          <p:nvPr>
            <p:ph sz="quarter" idx="13"/>
          </p:nvPr>
        </p:nvSpPr>
        <p:spPr>
          <a:xfrm>
            <a:off x="3200379" y="2286000"/>
            <a:ext cx="9201214" cy="5120640"/>
          </a:xfrm>
          <a:prstGeom prst="rect">
            <a:avLst/>
          </a:prstGeom>
        </p:spPr>
        <p:txBody>
          <a:bodyPr/>
          <a:lstStyle>
            <a:lvl1pPr>
              <a:defRPr>
                <a:latin typeface="Times New Roman" pitchFamily="18" charset="0"/>
                <a:cs typeface="Times New Roman" pitchFamily="18" charset="0"/>
              </a:defRPr>
            </a:lvl1pPr>
            <a:lvl2pPr>
              <a:defRPr>
                <a:latin typeface="Times New Roman" pitchFamily="18" charset="0"/>
                <a:cs typeface="Times New Roman" pitchFamily="18" charset="0"/>
              </a:defRPr>
            </a:lvl2pPr>
            <a:lvl3pPr>
              <a:defRPr>
                <a:latin typeface="Times New Roman" pitchFamily="18" charset="0"/>
                <a:cs typeface="Times New Roman" pitchFamily="18" charset="0"/>
              </a:defRPr>
            </a:lvl3pPr>
            <a:lvl4pPr>
              <a:defRPr>
                <a:latin typeface="Times New Roman" pitchFamily="18" charset="0"/>
                <a:cs typeface="Times New Roman" pitchFamily="18" charset="0"/>
              </a:defRPr>
            </a:lvl4pPr>
            <a:lvl5pPr>
              <a:defRPr>
                <a:latin typeface="Times New Roman" pitchFamily="18" charset="0"/>
                <a:cs typeface="Times New Roman" pitchFamily="18" charset="0"/>
              </a:defRPr>
            </a:lvl5pPr>
            <a:extLst/>
          </a:lstStyle>
          <a:p>
            <a:pPr lvl="0" eaLnBrk="1" latinLnBrk="1" hangingPunct="1"/>
            <a:r>
              <a:rPr lang="en-US"/>
              <a:t>Click to edit Master text styles</a:t>
            </a:r>
          </a:p>
          <a:p>
            <a:pPr lvl="1" eaLnBrk="1" latinLnBrk="1" hangingPunct="1"/>
            <a:r>
              <a:rPr lang="en-US"/>
              <a:t>Second level</a:t>
            </a:r>
          </a:p>
          <a:p>
            <a:pPr lvl="2" eaLnBrk="1" latinLnBrk="1" hangingPunct="1"/>
            <a:r>
              <a:rPr lang="en-US"/>
              <a:t>Third level</a:t>
            </a:r>
          </a:p>
          <a:p>
            <a:pPr lvl="3" eaLnBrk="1" latinLnBrk="1" hangingPunct="1"/>
            <a:r>
              <a:rPr lang="en-US"/>
              <a:t>Fourth level</a:t>
            </a:r>
          </a:p>
          <a:p>
            <a:pPr lvl="4" eaLnBrk="1" latinLnBrk="1" hangingPunct="1"/>
            <a:r>
              <a:rPr lang="en-US"/>
              <a:t>Fifth level</a:t>
            </a:r>
            <a:endParaRPr/>
          </a:p>
        </p:txBody>
      </p:sp>
    </p:spTree>
    <p:extLst>
      <p:ext uri="{BB962C8B-B14F-4D97-AF65-F5344CB8AC3E}">
        <p14:creationId xmlns:p14="http://schemas.microsoft.com/office/powerpoint/2010/main" val="2769765697"/>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180736" y="-1"/>
            <a:ext cx="10620864" cy="7594601"/>
          </a:xfrm>
          <a:solidFill>
            <a:schemeClr val="tx2">
              <a:shade val="50000"/>
            </a:schemeClr>
          </a:solidFill>
          <a:ln>
            <a:noFill/>
          </a:ln>
        </p:spPr>
        <p:txBody>
          <a:bodyPr>
            <a:normAutofit/>
          </a:bodyPr>
          <a:lstStyle>
            <a:lvl1pPr eaLnBrk="1" latinLnBrk="0" hangingPunct="1">
              <a:buNone/>
              <a:defRPr kumimoji="0" sz="3500"/>
            </a:lvl1pPr>
            <a:extLst/>
          </a:lstStyle>
          <a:p>
            <a:r>
              <a:rPr kumimoji="0" lang="en-US"/>
              <a:t>Click icon to add picture</a:t>
            </a:r>
            <a:endParaRPr kumimoji="0" lang="en-US" dirty="0"/>
          </a:p>
        </p:txBody>
      </p:sp>
      <p:sp>
        <p:nvSpPr>
          <p:cNvPr id="11" name="Rectangle 10"/>
          <p:cNvSpPr/>
          <p:nvPr/>
        </p:nvSpPr>
        <p:spPr>
          <a:xfrm>
            <a:off x="2026920" y="0"/>
            <a:ext cx="140818" cy="824057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Tree>
    <p:extLst>
      <p:ext uri="{BB962C8B-B14F-4D97-AF65-F5344CB8AC3E}">
        <p14:creationId xmlns:p14="http://schemas.microsoft.com/office/powerpoint/2010/main" val="1964085922"/>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Chart and Picture">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240280" y="6583680"/>
            <a:ext cx="10241280" cy="1303046"/>
          </a:xfrm>
          <a:prstGeom prst="rect">
            <a:avLst/>
          </a:prstGeom>
        </p:spPr>
        <p:txBody>
          <a:bodyPr>
            <a:normAutofit/>
          </a:bodyPr>
          <a:lstStyle>
            <a:lvl1pPr marL="0" indent="0" eaLnBrk="1" latinLnBrk="0" hangingPunct="1">
              <a:buFontTx/>
              <a:buNone/>
              <a:defRPr kumimoji="0" sz="2900">
                <a:solidFill>
                  <a:schemeClr val="bg1"/>
                </a:solidFill>
                <a:latin typeface="Arial" pitchFamily="34" charset="0"/>
                <a:cs typeface="Arial" pitchFamily="34" charset="0"/>
              </a:defRPr>
            </a:lvl1pPr>
            <a:lvl2pPr eaLnBrk="1" latinLnBrk="0" hangingPunct="1">
              <a:buFontTx/>
              <a:buNone/>
              <a:defRPr kumimoji="0" sz="1800"/>
            </a:lvl2pPr>
            <a:lvl3pPr eaLnBrk="1" latinLnBrk="0" hangingPunct="1">
              <a:buFontTx/>
              <a:buNone/>
              <a:defRPr kumimoji="0" sz="1500"/>
            </a:lvl3pPr>
            <a:lvl4pPr eaLnBrk="1" latinLnBrk="0" hangingPunct="1">
              <a:buFontTx/>
              <a:buNone/>
              <a:defRPr kumimoji="0" sz="1300"/>
            </a:lvl4pPr>
            <a:lvl5pPr eaLnBrk="1" latinLnBrk="0" hangingPunct="1">
              <a:buFontTx/>
              <a:buNone/>
              <a:defRPr kumimoji="0" sz="1300"/>
            </a:lvl5pPr>
            <a:extLst/>
          </a:lstStyle>
          <a:p>
            <a:pPr lvl="0" eaLnBrk="1" latinLnBrk="1" hangingPunct="1"/>
            <a:r>
              <a:rPr lang="en-US"/>
              <a:t>Click to edit Master text styles</a:t>
            </a:r>
          </a:p>
        </p:txBody>
      </p:sp>
      <p:sp>
        <p:nvSpPr>
          <p:cNvPr id="8" name="Rectangle 7"/>
          <p:cNvSpPr/>
          <p:nvPr/>
        </p:nvSpPr>
        <p:spPr>
          <a:xfrm>
            <a:off x="-12802" y="5486400"/>
            <a:ext cx="12801600" cy="106436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
        <p:nvSpPr>
          <p:cNvPr id="9" name="Rectangle 8"/>
          <p:cNvSpPr/>
          <p:nvPr userDrawn="1"/>
        </p:nvSpPr>
        <p:spPr>
          <a:xfrm>
            <a:off x="0" y="5596128"/>
            <a:ext cx="2035454" cy="85587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
        <p:nvSpPr>
          <p:cNvPr id="2" name="Title 1"/>
          <p:cNvSpPr>
            <a:spLocks noGrp="1"/>
          </p:cNvSpPr>
          <p:nvPr>
            <p:ph type="title"/>
          </p:nvPr>
        </p:nvSpPr>
        <p:spPr>
          <a:xfrm>
            <a:off x="2200246" y="5600711"/>
            <a:ext cx="10241280" cy="731520"/>
          </a:xfrm>
          <a:prstGeom prst="rect">
            <a:avLst/>
          </a:prstGeom>
        </p:spPr>
        <p:txBody>
          <a:bodyPr anchor="ctr">
            <a:normAutofit/>
          </a:bodyPr>
          <a:lstStyle>
            <a:lvl1pPr algn="ctr" eaLnBrk="1" latinLnBrk="0" hangingPunct="1">
              <a:buNone/>
              <a:defRPr kumimoji="0" sz="3500" b="1">
                <a:solidFill>
                  <a:schemeClr val="bg1"/>
                </a:solidFill>
                <a:effectLst/>
                <a:latin typeface="Times New Roman" pitchFamily="18" charset="0"/>
                <a:cs typeface="Times New Roman" pitchFamily="18" charset="0"/>
              </a:defRPr>
            </a:lvl1pPr>
            <a:extLst/>
          </a:lstStyle>
          <a:p>
            <a:pPr eaLnBrk="1" latinLnBrk="1" hangingPunct="1"/>
            <a:r>
              <a:rPr lang="en-US"/>
              <a:t>Click to edit Master title style</a:t>
            </a:r>
            <a:endParaRPr/>
          </a:p>
        </p:txBody>
      </p:sp>
      <p:sp>
        <p:nvSpPr>
          <p:cNvPr id="11" name="Rectangle 10"/>
          <p:cNvSpPr/>
          <p:nvPr/>
        </p:nvSpPr>
        <p:spPr>
          <a:xfrm>
            <a:off x="2026920" y="0"/>
            <a:ext cx="140818" cy="824057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
        <p:nvSpPr>
          <p:cNvPr id="13" name="Slide Number Placeholder 12"/>
          <p:cNvSpPr>
            <a:spLocks noGrp="1"/>
          </p:cNvSpPr>
          <p:nvPr>
            <p:ph type="sldNum" sz="quarter" idx="11"/>
          </p:nvPr>
        </p:nvSpPr>
        <p:spPr>
          <a:xfrm>
            <a:off x="0" y="5600699"/>
            <a:ext cx="2026920" cy="796295"/>
          </a:xfrm>
          <a:prstGeom prst="rect">
            <a:avLst/>
          </a:prstGeom>
        </p:spPr>
        <p:txBody>
          <a:bodyPr lIns="100950" tIns="50475" rIns="100950" bIns="50475" rtlCol="0"/>
          <a:lstStyle>
            <a:lvl1pPr eaLnBrk="1" latinLnBrk="0" hangingPunct="1">
              <a:defRPr kumimoji="0" sz="4100"/>
            </a:lvl1pPr>
            <a:extLst/>
          </a:lstStyle>
          <a:p>
            <a:pPr algn="ctr"/>
            <a:fld id="{8F82E0A0-C266-4798-8C8F-B9F91E9DA37E}" type="slidenum">
              <a:rPr kumimoji="0" lang="en-US" sz="4100" b="1" smtClean="0">
                <a:solidFill>
                  <a:srgbClr val="FFFFFF"/>
                </a:solidFill>
              </a:rPr>
              <a:pPr algn="ctr"/>
              <a:t>‹#›</a:t>
            </a:fld>
            <a:endParaRPr kumimoji="0" lang="en-US" sz="4100" dirty="0"/>
          </a:p>
        </p:txBody>
      </p:sp>
      <p:sp>
        <p:nvSpPr>
          <p:cNvPr id="17" name="Content Placeholder 16"/>
          <p:cNvSpPr>
            <a:spLocks noGrp="1"/>
          </p:cNvSpPr>
          <p:nvPr>
            <p:ph sz="quarter" idx="13"/>
          </p:nvPr>
        </p:nvSpPr>
        <p:spPr>
          <a:xfrm>
            <a:off x="2200276" y="2"/>
            <a:ext cx="10601325" cy="5372101"/>
          </a:xfrm>
          <a:prstGeom prst="rect">
            <a:avLst/>
          </a:prstGeom>
        </p:spPr>
        <p:txBody>
          <a:bodyPr/>
          <a:lstStyle/>
          <a:p>
            <a:pPr lvl="0"/>
            <a:r>
              <a:rPr lang="en-US"/>
              <a:t>Click to edit Master text styles</a:t>
            </a:r>
          </a:p>
        </p:txBody>
      </p:sp>
      <p:pic>
        <p:nvPicPr>
          <p:cNvPr id="15" name="Picture 14" descr="Logo_Truong_clear.jpg"/>
          <p:cNvPicPr>
            <a:picLocks noChangeAspect="1"/>
          </p:cNvPicPr>
          <p:nvPr userDrawn="1"/>
        </p:nvPicPr>
        <p:blipFill>
          <a:blip r:embed="rId2"/>
          <a:stretch>
            <a:fillRect/>
          </a:stretch>
        </p:blipFill>
        <p:spPr>
          <a:xfrm>
            <a:off x="-38214" y="6515117"/>
            <a:ext cx="2038433" cy="1714483"/>
          </a:xfrm>
          <a:prstGeom prst="rect">
            <a:avLst/>
          </a:prstGeom>
        </p:spPr>
      </p:pic>
    </p:spTree>
    <p:extLst>
      <p:ext uri="{BB962C8B-B14F-4D97-AF65-F5344CB8AC3E}">
        <p14:creationId xmlns:p14="http://schemas.microsoft.com/office/powerpoint/2010/main" val="2259231722"/>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1346836"/>
            <a:ext cx="9601200" cy="2865120"/>
          </a:xfrm>
          <a:prstGeom prst="rect">
            <a:avLst/>
          </a:prstGeom>
        </p:spPr>
        <p:txBody>
          <a:bodyPr anchor="b"/>
          <a:lstStyle>
            <a:lvl1pPr algn="ctr">
              <a:defRPr sz="6600"/>
            </a:lvl1pPr>
          </a:lstStyle>
          <a:p>
            <a:r>
              <a:rPr lang="en-US"/>
              <a:t>Click to edit Master title style</a:t>
            </a:r>
          </a:p>
        </p:txBody>
      </p:sp>
      <p:sp>
        <p:nvSpPr>
          <p:cNvPr id="3" name="Subtitle 2"/>
          <p:cNvSpPr>
            <a:spLocks noGrp="1"/>
          </p:cNvSpPr>
          <p:nvPr>
            <p:ph type="subTitle" idx="1"/>
          </p:nvPr>
        </p:nvSpPr>
        <p:spPr>
          <a:xfrm>
            <a:off x="1600200" y="4322446"/>
            <a:ext cx="9601200" cy="1986914"/>
          </a:xfrm>
          <a:prstGeom prst="rect">
            <a:avLst/>
          </a:prstGeom>
        </p:spPr>
        <p:txBody>
          <a:bodyPr/>
          <a:lstStyle>
            <a:lvl1pPr marL="0" indent="0" algn="ctr">
              <a:buNone/>
              <a:defRPr sz="2600"/>
            </a:lvl1pPr>
            <a:lvl2pPr marL="504749" indent="0" algn="ctr">
              <a:buNone/>
              <a:defRPr sz="2200"/>
            </a:lvl2pPr>
            <a:lvl3pPr marL="1009498" indent="0" algn="ctr">
              <a:buNone/>
              <a:defRPr sz="2000"/>
            </a:lvl3pPr>
            <a:lvl4pPr marL="1514246" indent="0" algn="ctr">
              <a:buNone/>
              <a:defRPr sz="1800"/>
            </a:lvl4pPr>
            <a:lvl5pPr marL="2018995" indent="0" algn="ctr">
              <a:buNone/>
              <a:defRPr sz="1800"/>
            </a:lvl5pPr>
            <a:lvl6pPr marL="2523744" indent="0" algn="ctr">
              <a:buNone/>
              <a:defRPr sz="1800"/>
            </a:lvl6pPr>
            <a:lvl7pPr marL="3028493" indent="0" algn="ctr">
              <a:buNone/>
              <a:defRPr sz="1800"/>
            </a:lvl7pPr>
            <a:lvl8pPr marL="3533242" indent="0" algn="ctr">
              <a:buNone/>
              <a:defRPr sz="1800"/>
            </a:lvl8pPr>
            <a:lvl9pPr marL="4037990" indent="0" algn="ctr">
              <a:buNone/>
              <a:defRPr sz="1800"/>
            </a:lvl9pPr>
          </a:lstStyle>
          <a:p>
            <a:r>
              <a:rPr lang="en-US"/>
              <a:t>Click to edit Master subtitle style</a:t>
            </a:r>
          </a:p>
        </p:txBody>
      </p:sp>
      <p:sp>
        <p:nvSpPr>
          <p:cNvPr id="4" name="Date Placeholder 3"/>
          <p:cNvSpPr>
            <a:spLocks noGrp="1"/>
          </p:cNvSpPr>
          <p:nvPr>
            <p:ph type="dt" sz="half" idx="10"/>
          </p:nvPr>
        </p:nvSpPr>
        <p:spPr>
          <a:xfrm>
            <a:off x="452940" y="7891534"/>
            <a:ext cx="3733800" cy="438150"/>
          </a:xfrm>
          <a:prstGeom prst="rect">
            <a:avLst/>
          </a:prstGeom>
        </p:spPr>
        <p:txBody>
          <a:bodyPr lIns="100950" tIns="50475" rIns="100950" bIns="50475"/>
          <a:lstStyle/>
          <a:p>
            <a:fld id="{555D8B68-8706-44C9-8E0A-CC327596D1D0}" type="datetime1">
              <a:rPr lang="en-US" smtClean="0"/>
              <a:t>9/20/2024</a:t>
            </a:fld>
            <a:endParaRPr lang="en-US"/>
          </a:p>
        </p:txBody>
      </p:sp>
      <p:sp>
        <p:nvSpPr>
          <p:cNvPr id="5" name="Footer Placeholder 4"/>
          <p:cNvSpPr>
            <a:spLocks noGrp="1"/>
          </p:cNvSpPr>
          <p:nvPr>
            <p:ph type="ftr" sz="quarter" idx="11"/>
          </p:nvPr>
        </p:nvSpPr>
        <p:spPr/>
        <p:txBody>
          <a:bodyPr lIns="100950" tIns="50475" rIns="100950" bIns="50475"/>
          <a:lstStyle/>
          <a:p>
            <a:r>
              <a:rPr lang="en-US"/>
              <a:t>SV-NCKH</a:t>
            </a:r>
          </a:p>
        </p:txBody>
      </p:sp>
      <p:sp>
        <p:nvSpPr>
          <p:cNvPr id="6" name="Slide Number Placeholder 5"/>
          <p:cNvSpPr>
            <a:spLocks noGrp="1"/>
          </p:cNvSpPr>
          <p:nvPr>
            <p:ph type="sldNum" sz="quarter" idx="12"/>
          </p:nvPr>
        </p:nvSpPr>
        <p:spPr/>
        <p:txBody>
          <a:bodyPr lIns="100950" tIns="50475" rIns="100950" bIns="50475"/>
          <a:lstStyle/>
          <a:p>
            <a:fld id="{49128196-762C-46B9-9676-B1B79A56CFD2}" type="slidenum">
              <a:rPr lang="en-US" smtClean="0"/>
              <a:t>‹#›</a:t>
            </a:fld>
            <a:endParaRPr lang="en-US"/>
          </a:p>
        </p:txBody>
      </p:sp>
    </p:spTree>
    <p:extLst>
      <p:ext uri="{BB962C8B-B14F-4D97-AF65-F5344CB8AC3E}">
        <p14:creationId xmlns:p14="http://schemas.microsoft.com/office/powerpoint/2010/main" val="1598275219"/>
      </p:ext>
    </p:extLst>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Rectangle 1"/>
          <p:cNvSpPr/>
          <p:nvPr userDrawn="1"/>
        </p:nvSpPr>
        <p:spPr>
          <a:xfrm>
            <a:off x="0" y="0"/>
            <a:ext cx="12801600" cy="8229600"/>
          </a:xfrm>
          <a:prstGeom prst="rect">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lIns="100950" tIns="50475" rIns="100950" bIns="50475" rtlCol="0" anchor="ctr"/>
          <a:lstStyle/>
          <a:p>
            <a:pPr algn="ctr"/>
            <a:endParaRPr lang="en-US" sz="1000"/>
          </a:p>
        </p:txBody>
      </p:sp>
    </p:spTree>
    <p:extLst>
      <p:ext uri="{BB962C8B-B14F-4D97-AF65-F5344CB8AC3E}">
        <p14:creationId xmlns:p14="http://schemas.microsoft.com/office/powerpoint/2010/main" val="640054997"/>
      </p:ext>
    </p:extLst>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02080" y="514745"/>
            <a:ext cx="9586189" cy="900666"/>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300686" y="2070712"/>
            <a:ext cx="12209288" cy="529439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80110" y="7627621"/>
            <a:ext cx="2880360" cy="438150"/>
          </a:xfrm>
          <a:prstGeom prst="rect">
            <a:avLst/>
          </a:prstGeom>
        </p:spPr>
        <p:txBody>
          <a:bodyPr lIns="100950" tIns="50475" rIns="100950" bIns="50475"/>
          <a:lstStyle/>
          <a:p>
            <a:fld id="{95625DBC-AF7E-4312-A48C-9A095ECF31CD}" type="datetime1">
              <a:rPr lang="en-US" smtClean="0"/>
              <a:t>9/20/2024</a:t>
            </a:fld>
            <a:endParaRPr lang="en-US"/>
          </a:p>
        </p:txBody>
      </p:sp>
      <p:sp>
        <p:nvSpPr>
          <p:cNvPr id="5" name="Footer Placeholder 4"/>
          <p:cNvSpPr>
            <a:spLocks noGrp="1"/>
          </p:cNvSpPr>
          <p:nvPr>
            <p:ph type="ftr" sz="quarter" idx="11"/>
          </p:nvPr>
        </p:nvSpPr>
        <p:spPr>
          <a:xfrm>
            <a:off x="4240530" y="7627621"/>
            <a:ext cx="4320540" cy="438150"/>
          </a:xfrm>
          <a:prstGeom prst="rect">
            <a:avLst/>
          </a:prstGeom>
        </p:spPr>
        <p:txBody>
          <a:bodyPr lIns="100950" tIns="50475" rIns="100950" bIns="50475"/>
          <a:lstStyle/>
          <a:p>
            <a:r>
              <a:rPr lang="en-US"/>
              <a:t>SV-NCKH</a:t>
            </a:r>
          </a:p>
        </p:txBody>
      </p:sp>
      <p:sp>
        <p:nvSpPr>
          <p:cNvPr id="6" name="Slide Number Placeholder 5"/>
          <p:cNvSpPr>
            <a:spLocks noGrp="1"/>
          </p:cNvSpPr>
          <p:nvPr>
            <p:ph type="sldNum" sz="quarter" idx="12"/>
          </p:nvPr>
        </p:nvSpPr>
        <p:spPr>
          <a:xfrm>
            <a:off x="9041130" y="7627621"/>
            <a:ext cx="2880360" cy="438150"/>
          </a:xfrm>
          <a:prstGeom prst="rect">
            <a:avLst/>
          </a:prstGeom>
        </p:spPr>
        <p:txBody>
          <a:bodyPr lIns="100950" tIns="50475" rIns="100950" bIns="50475"/>
          <a:lstStyle/>
          <a:p>
            <a:fld id="{DEB183CF-D45B-4AA4-AC23-C645DD8CF417}" type="slidenum">
              <a:rPr lang="en-US" smtClean="0"/>
              <a:t>‹#›</a:t>
            </a:fld>
            <a:endParaRPr lang="en-US"/>
          </a:p>
        </p:txBody>
      </p:sp>
    </p:spTree>
    <p:extLst>
      <p:ext uri="{BB962C8B-B14F-4D97-AF65-F5344CB8AC3E}">
        <p14:creationId xmlns:p14="http://schemas.microsoft.com/office/powerpoint/2010/main" val="2309395456"/>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300686" y="2070712"/>
            <a:ext cx="12209288" cy="5294390"/>
          </a:xfrm>
          <a:prstGeom prst="rect">
            <a:avLst/>
          </a:prstGeom>
        </p:spPr>
        <p:txBody>
          <a:bodyPr vert="horz" lIns="100950" tIns="50475" rIns="100950" bIns="50475">
            <a:normAutofit/>
          </a:bodyPr>
          <a:lstStyle/>
          <a:p>
            <a:pPr lvl="0" eaLnBrk="1" latinLnBrk="1" hangingPunct="1"/>
            <a:r>
              <a:rPr kumimoji="0" lang="en-US" dirty="0"/>
              <a:t>Click to edit Master text styles</a:t>
            </a:r>
          </a:p>
          <a:p>
            <a:pPr lvl="1" eaLnBrk="1" latinLnBrk="1" hangingPunct="1"/>
            <a:r>
              <a:rPr kumimoji="0" lang="en-US" dirty="0"/>
              <a:t>Second level</a:t>
            </a:r>
          </a:p>
          <a:p>
            <a:pPr lvl="2" eaLnBrk="1" latinLnBrk="1" hangingPunct="1"/>
            <a:r>
              <a:rPr kumimoji="0" lang="en-US" dirty="0"/>
              <a:t>Third level</a:t>
            </a:r>
          </a:p>
        </p:txBody>
      </p:sp>
      <p:sp>
        <p:nvSpPr>
          <p:cNvPr id="7" name="Rectangle 6"/>
          <p:cNvSpPr/>
          <p:nvPr/>
        </p:nvSpPr>
        <p:spPr>
          <a:xfrm>
            <a:off x="0" y="1752272"/>
            <a:ext cx="12801600" cy="38404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
        <p:nvSpPr>
          <p:cNvPr id="8" name="Rectangle 7"/>
          <p:cNvSpPr/>
          <p:nvPr/>
        </p:nvSpPr>
        <p:spPr>
          <a:xfrm>
            <a:off x="267901" y="1772365"/>
            <a:ext cx="746760" cy="27432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
        <p:nvSpPr>
          <p:cNvPr id="9" name="Rectangle 8"/>
          <p:cNvSpPr/>
          <p:nvPr/>
        </p:nvSpPr>
        <p:spPr>
          <a:xfrm>
            <a:off x="1000087" y="1555473"/>
            <a:ext cx="11812818" cy="235114"/>
          </a:xfrm>
          <a:prstGeom prst="rect">
            <a:avLst/>
          </a:prstGeom>
          <a:solidFill>
            <a:srgbClr val="0070C0"/>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
        <p:nvSpPr>
          <p:cNvPr id="22" name="Title Placeholder 21"/>
          <p:cNvSpPr>
            <a:spLocks noGrp="1"/>
          </p:cNvSpPr>
          <p:nvPr>
            <p:ph type="title"/>
          </p:nvPr>
        </p:nvSpPr>
        <p:spPr>
          <a:xfrm>
            <a:off x="1702080" y="514745"/>
            <a:ext cx="9586189" cy="900666"/>
          </a:xfrm>
          <a:prstGeom prst="rect">
            <a:avLst/>
          </a:prstGeom>
        </p:spPr>
        <p:txBody>
          <a:bodyPr vert="horz" lIns="100950" tIns="50475" rIns="100950" bIns="50475" anchor="t">
            <a:normAutofit/>
          </a:bodyPr>
          <a:lstStyle/>
          <a:p>
            <a:pPr eaLnBrk="1" latinLnBrk="1" hangingPunct="1"/>
            <a:r>
              <a:rPr kumimoji="0" lang="en-US" dirty="0"/>
              <a:t>Click to edit Master title style</a:t>
            </a:r>
          </a:p>
        </p:txBody>
      </p:sp>
      <p:sp>
        <p:nvSpPr>
          <p:cNvPr id="3" name="Oval 2"/>
          <p:cNvSpPr/>
          <p:nvPr userDrawn="1"/>
        </p:nvSpPr>
        <p:spPr>
          <a:xfrm>
            <a:off x="12292678" y="7645226"/>
            <a:ext cx="434591" cy="475488"/>
          </a:xfrm>
          <a:prstGeom prst="ellipse">
            <a:avLst/>
          </a:prstGeom>
          <a:solidFill>
            <a:srgbClr val="FFFF00"/>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0950" tIns="50475" rIns="100950" bIns="50475" rtlCol="0" anchor="ctr"/>
          <a:lstStyle/>
          <a:p>
            <a:pPr algn="ctr"/>
            <a:endParaRPr lang="en-US"/>
          </a:p>
        </p:txBody>
      </p:sp>
      <p:sp>
        <p:nvSpPr>
          <p:cNvPr id="2" name="Rectangle 1"/>
          <p:cNvSpPr/>
          <p:nvPr userDrawn="1"/>
        </p:nvSpPr>
        <p:spPr>
          <a:xfrm>
            <a:off x="12283003" y="7700933"/>
            <a:ext cx="453941" cy="348157"/>
          </a:xfrm>
          <a:prstGeom prst="rect">
            <a:avLst/>
          </a:prstGeom>
        </p:spPr>
        <p:txBody>
          <a:bodyPr wrap="none" lIns="100950" tIns="50475" rIns="100950" bIns="50475">
            <a:spAutoFit/>
          </a:bodyPr>
          <a:lstStyle/>
          <a:p>
            <a:pPr algn="ctr"/>
            <a:fld id="{8F82E0A0-C266-4798-8C8F-B9F91E9DA37E}" type="slidenum">
              <a:rPr lang="en-US" sz="1600" b="1" smtClean="0">
                <a:solidFill>
                  <a:srgbClr val="C00000"/>
                </a:solidFill>
              </a:rPr>
              <a:pPr algn="ctr"/>
              <a:t>‹#›</a:t>
            </a:fld>
            <a:endParaRPr lang="en-US" sz="1600" b="1" dirty="0">
              <a:solidFill>
                <a:srgbClr val="C00000"/>
              </a:solidFill>
            </a:endParaRPr>
          </a:p>
        </p:txBody>
      </p:sp>
      <p:sp>
        <p:nvSpPr>
          <p:cNvPr id="5" name="AutoShape 4" descr="Sinh viên Khoa Điện tử - HaUI - Home | Facebook"/>
          <p:cNvSpPr>
            <a:spLocks noChangeAspect="1" noChangeArrowheads="1"/>
          </p:cNvSpPr>
          <p:nvPr userDrawn="1"/>
        </p:nvSpPr>
        <p:spPr bwMode="auto">
          <a:xfrm>
            <a:off x="163354" y="-173355"/>
            <a:ext cx="320040" cy="3657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00950" tIns="50475" rIns="100950" bIns="50475" numCol="1" anchor="t" anchorCtr="0" compatLnSpc="1">
            <a:prstTxWarp prst="textNoShape">
              <a:avLst/>
            </a:prstTxWarp>
          </a:bodyPr>
          <a:lstStyle/>
          <a:p>
            <a:endParaRPr lang="en-US"/>
          </a:p>
        </p:txBody>
      </p:sp>
      <p:sp>
        <p:nvSpPr>
          <p:cNvPr id="10" name="AutoShape 6" descr="Phòng Công tác Sinh viên - Home | Facebook"/>
          <p:cNvSpPr>
            <a:spLocks noChangeAspect="1" noChangeArrowheads="1"/>
          </p:cNvSpPr>
          <p:nvPr userDrawn="1"/>
        </p:nvSpPr>
        <p:spPr bwMode="auto">
          <a:xfrm>
            <a:off x="323374" y="9525"/>
            <a:ext cx="320040" cy="3657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00950" tIns="50475" rIns="100950" bIns="50475" numCol="1" anchor="t" anchorCtr="0" compatLnSpc="1">
            <a:prstTxWarp prst="textNoShape">
              <a:avLst/>
            </a:prstTxWarp>
          </a:bodyPr>
          <a:lstStyle/>
          <a:p>
            <a:endParaRPr lang="en-US"/>
          </a:p>
        </p:txBody>
      </p:sp>
      <p:pic>
        <p:nvPicPr>
          <p:cNvPr id="12" name="Picture 11"/>
          <p:cNvPicPr>
            <a:picLocks noChangeAspect="1"/>
          </p:cNvPicPr>
          <p:nvPr userDrawn="1"/>
        </p:nvPicPr>
        <p:blipFill>
          <a:blip r:embed="rId15"/>
          <a:stretch>
            <a:fillRect/>
          </a:stretch>
        </p:blipFill>
        <p:spPr>
          <a:xfrm>
            <a:off x="218386" y="137223"/>
            <a:ext cx="1201506" cy="1264667"/>
          </a:xfrm>
          <a:prstGeom prst="rect">
            <a:avLst/>
          </a:prstGeom>
        </p:spPr>
      </p:pic>
      <p:pic>
        <p:nvPicPr>
          <p:cNvPr id="4" name="Picture 3"/>
          <p:cNvPicPr>
            <a:picLocks noChangeAspect="1"/>
          </p:cNvPicPr>
          <p:nvPr userDrawn="1"/>
        </p:nvPicPr>
        <p:blipFill>
          <a:blip r:embed="rId16"/>
          <a:stretch>
            <a:fillRect/>
          </a:stretch>
        </p:blipFill>
        <p:spPr>
          <a:xfrm>
            <a:off x="11403698" y="123704"/>
            <a:ext cx="1323571" cy="1291707"/>
          </a:xfrm>
          <a:prstGeom prst="rect">
            <a:avLst/>
          </a:prstGeom>
        </p:spPr>
      </p:pic>
    </p:spTree>
    <p:extLst>
      <p:ext uri="{BB962C8B-B14F-4D97-AF65-F5344CB8AC3E}">
        <p14:creationId xmlns:p14="http://schemas.microsoft.com/office/powerpoint/2010/main" val="41511764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spd="slow">
    <p:fade/>
  </p:transition>
  <p:hf sldNum="0" hdr="0" ftr="0" dt="0"/>
  <p:txStyles>
    <p:titleStyle>
      <a:lvl1pPr algn="l" rtl="0" eaLnBrk="1" latinLnBrk="0" hangingPunct="1">
        <a:spcBef>
          <a:spcPct val="0"/>
        </a:spcBef>
        <a:buNone/>
        <a:defRPr kumimoji="0" sz="3500" b="1" kern="1200">
          <a:solidFill>
            <a:schemeClr val="tx2"/>
          </a:solidFill>
          <a:effectLst/>
          <a:latin typeface="Segoe UI" panose="020B0502040204020203" pitchFamily="34" charset="0"/>
          <a:ea typeface="+mj-ea"/>
          <a:cs typeface="Segoe UI" panose="020B0502040204020203" pitchFamily="34" charset="0"/>
        </a:defRPr>
      </a:lvl1pPr>
      <a:extLst/>
    </p:titleStyle>
    <p:bodyStyle>
      <a:lvl1pPr marL="471087" indent="-471087" algn="just" rtl="0" eaLnBrk="1" latinLnBrk="0" hangingPunct="1">
        <a:lnSpc>
          <a:spcPct val="110000"/>
        </a:lnSpc>
        <a:spcBef>
          <a:spcPts val="1030"/>
        </a:spcBef>
        <a:buClr>
          <a:schemeClr val="tx1"/>
        </a:buClr>
        <a:buSzPct val="75000"/>
        <a:buFont typeface="Wingdings" pitchFamily="2" charset="2"/>
        <a:buChar char="q"/>
        <a:defRPr kumimoji="0" sz="2400" kern="1200">
          <a:solidFill>
            <a:schemeClr val="tx1"/>
          </a:solidFill>
          <a:latin typeface="Segoe UI Semilight" panose="020B0402040204020203" pitchFamily="34" charset="0"/>
          <a:ea typeface="+mn-ea"/>
          <a:cs typeface="Segoe UI Semilight" panose="020B0402040204020203" pitchFamily="34" charset="0"/>
        </a:defRPr>
      </a:lvl1pPr>
      <a:lvl2pPr marL="942175" indent="-403789" algn="just" rtl="0" eaLnBrk="1" latinLnBrk="0" hangingPunct="1">
        <a:lnSpc>
          <a:spcPct val="110000"/>
        </a:lnSpc>
        <a:spcBef>
          <a:spcPts val="809"/>
        </a:spcBef>
        <a:buClr>
          <a:srgbClr val="FF0000"/>
        </a:buClr>
        <a:buSzPct val="75000"/>
        <a:buFont typeface="Wingdings" pitchFamily="2" charset="2"/>
        <a:buChar char="v"/>
        <a:defRPr kumimoji="0" sz="2400" kern="1200">
          <a:solidFill>
            <a:schemeClr val="tx1"/>
          </a:solidFill>
          <a:latin typeface="Segoe UI Semilight" panose="020B0402040204020203" pitchFamily="34" charset="0"/>
          <a:ea typeface="+mn-ea"/>
          <a:cs typeface="Segoe UI Semilight" panose="020B0402040204020203" pitchFamily="34" charset="0"/>
        </a:defRPr>
      </a:lvl2pPr>
      <a:lvl3pPr marL="1345964" indent="-336490" algn="just" rtl="0" eaLnBrk="1" latinLnBrk="0" hangingPunct="1">
        <a:lnSpc>
          <a:spcPct val="110000"/>
        </a:lnSpc>
        <a:spcBef>
          <a:spcPts val="736"/>
        </a:spcBef>
        <a:buClr>
          <a:srgbClr val="002060"/>
        </a:buClr>
        <a:buSzPct val="75000"/>
        <a:buFont typeface="Wingdings" pitchFamily="2" charset="2"/>
        <a:buChar char="Ø"/>
        <a:defRPr kumimoji="0" sz="2400" kern="1200">
          <a:solidFill>
            <a:schemeClr val="tx1"/>
          </a:solidFill>
          <a:latin typeface="Segoe UI Semilight" panose="020B0402040204020203" pitchFamily="34" charset="0"/>
          <a:ea typeface="+mn-ea"/>
          <a:cs typeface="Segoe UI Semilight" panose="020B0402040204020203" pitchFamily="34" charset="0"/>
        </a:defRPr>
      </a:lvl3pPr>
      <a:lvl4pPr marL="2018944" indent="-336490" algn="l" rtl="0" eaLnBrk="1" latinLnBrk="0" hangingPunct="1">
        <a:lnSpc>
          <a:spcPct val="110000"/>
        </a:lnSpc>
        <a:spcBef>
          <a:spcPts val="588"/>
        </a:spcBef>
        <a:buClr>
          <a:schemeClr val="accent3"/>
        </a:buClr>
        <a:buSzPct val="75000"/>
        <a:buFont typeface="Courier New" pitchFamily="49" charset="0"/>
        <a:buChar char="o"/>
        <a:defRPr kumimoji="0" sz="2900" kern="1200">
          <a:solidFill>
            <a:schemeClr val="tx1"/>
          </a:solidFill>
          <a:latin typeface="Arial" pitchFamily="34" charset="0"/>
          <a:ea typeface="+mn-ea"/>
          <a:cs typeface="Arial" pitchFamily="34" charset="0"/>
        </a:defRPr>
      </a:lvl4pPr>
      <a:lvl5pPr marL="2691926" indent="-336490" algn="l" rtl="0" eaLnBrk="1" latinLnBrk="0" hangingPunct="1">
        <a:lnSpc>
          <a:spcPct val="110000"/>
        </a:lnSpc>
        <a:spcBef>
          <a:spcPts val="588"/>
        </a:spcBef>
        <a:buClr>
          <a:schemeClr val="accent4"/>
        </a:buClr>
        <a:buSzPct val="65000"/>
        <a:buFont typeface="Wingdings"/>
        <a:buChar char=""/>
        <a:defRPr kumimoji="0" sz="2600" kern="1200">
          <a:solidFill>
            <a:schemeClr val="tx1"/>
          </a:solidFill>
          <a:latin typeface="Arial" pitchFamily="34" charset="0"/>
          <a:ea typeface="+mn-ea"/>
          <a:cs typeface="Arial" pitchFamily="34" charset="0"/>
        </a:defRPr>
      </a:lvl5pPr>
      <a:lvl6pPr marL="3095715" indent="-336490" algn="l" rtl="0" eaLnBrk="1" latinLnBrk="0" hangingPunct="1">
        <a:spcBef>
          <a:spcPct val="20000"/>
        </a:spcBef>
        <a:buClr>
          <a:schemeClr val="accent1"/>
        </a:buClr>
        <a:buFont typeface="Wingdings"/>
        <a:buNone/>
        <a:defRPr kumimoji="0" sz="2600" kern="1200" baseline="0">
          <a:solidFill>
            <a:schemeClr val="tx1"/>
          </a:solidFill>
          <a:latin typeface="+mn-lt"/>
          <a:ea typeface="+mn-ea"/>
          <a:cs typeface="+mn-cs"/>
        </a:defRPr>
      </a:lvl6pPr>
      <a:lvl7pPr marL="3499504" indent="-336490" algn="l" rtl="0" eaLnBrk="1" latinLnBrk="0" hangingPunct="1">
        <a:spcBef>
          <a:spcPct val="20000"/>
        </a:spcBef>
        <a:buClr>
          <a:schemeClr val="accent2"/>
        </a:buClr>
        <a:buFont typeface="Wingdings"/>
        <a:buChar char="§"/>
        <a:defRPr kumimoji="0" sz="2600" kern="1200" baseline="0">
          <a:solidFill>
            <a:schemeClr val="tx1"/>
          </a:solidFill>
          <a:latin typeface="+mn-lt"/>
          <a:ea typeface="+mn-ea"/>
          <a:cs typeface="+mn-cs"/>
        </a:defRPr>
      </a:lvl7pPr>
      <a:lvl8pPr marL="3903294" indent="-336490" algn="l" rtl="0" eaLnBrk="1" latinLnBrk="0" hangingPunct="1">
        <a:spcBef>
          <a:spcPct val="20000"/>
        </a:spcBef>
        <a:buClr>
          <a:schemeClr val="accent3"/>
        </a:buClr>
        <a:buFont typeface="Wingdings"/>
        <a:buChar char="§"/>
        <a:defRPr kumimoji="0" sz="2600" kern="1200" baseline="0">
          <a:solidFill>
            <a:schemeClr val="tx1"/>
          </a:solidFill>
          <a:latin typeface="+mn-lt"/>
          <a:ea typeface="+mn-ea"/>
          <a:cs typeface="+mn-cs"/>
        </a:defRPr>
      </a:lvl8pPr>
      <a:lvl9pPr marL="4307082" indent="-336490" algn="l" rtl="0" eaLnBrk="1" latinLnBrk="0" hangingPunct="1">
        <a:spcBef>
          <a:spcPct val="20000"/>
        </a:spcBef>
        <a:buClr>
          <a:schemeClr val="accent4"/>
        </a:buClr>
        <a:buFont typeface="Wingdings"/>
        <a:buChar char="§"/>
        <a:defRPr kumimoji="0" sz="2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672982" algn="l" rtl="0" eaLnBrk="1" latinLnBrk="0" hangingPunct="1">
        <a:defRPr kumimoji="0" kern="1200">
          <a:solidFill>
            <a:schemeClr val="tx1"/>
          </a:solidFill>
          <a:latin typeface="+mn-lt"/>
          <a:ea typeface="+mn-ea"/>
          <a:cs typeface="+mn-cs"/>
        </a:defRPr>
      </a:lvl2pPr>
      <a:lvl3pPr marL="1345964" algn="l" rtl="0" eaLnBrk="1" latinLnBrk="0" hangingPunct="1">
        <a:defRPr kumimoji="0" kern="1200">
          <a:solidFill>
            <a:schemeClr val="tx1"/>
          </a:solidFill>
          <a:latin typeface="+mn-lt"/>
          <a:ea typeface="+mn-ea"/>
          <a:cs typeface="+mn-cs"/>
        </a:defRPr>
      </a:lvl3pPr>
      <a:lvl4pPr marL="2018944" algn="l" rtl="0" eaLnBrk="1" latinLnBrk="0" hangingPunct="1">
        <a:defRPr kumimoji="0" kern="1200">
          <a:solidFill>
            <a:schemeClr val="tx1"/>
          </a:solidFill>
          <a:latin typeface="+mn-lt"/>
          <a:ea typeface="+mn-ea"/>
          <a:cs typeface="+mn-cs"/>
        </a:defRPr>
      </a:lvl4pPr>
      <a:lvl5pPr marL="2691926" algn="l" rtl="0" eaLnBrk="1" latinLnBrk="0" hangingPunct="1">
        <a:defRPr kumimoji="0" kern="1200">
          <a:solidFill>
            <a:schemeClr val="tx1"/>
          </a:solidFill>
          <a:latin typeface="+mn-lt"/>
          <a:ea typeface="+mn-ea"/>
          <a:cs typeface="+mn-cs"/>
        </a:defRPr>
      </a:lvl5pPr>
      <a:lvl6pPr marL="3364908" algn="l" rtl="0" eaLnBrk="1" latinLnBrk="0" hangingPunct="1">
        <a:defRPr kumimoji="0" kern="1200">
          <a:solidFill>
            <a:schemeClr val="tx1"/>
          </a:solidFill>
          <a:latin typeface="+mn-lt"/>
          <a:ea typeface="+mn-ea"/>
          <a:cs typeface="+mn-cs"/>
        </a:defRPr>
      </a:lvl6pPr>
      <a:lvl7pPr marL="4037890" algn="l" rtl="0" eaLnBrk="1" latinLnBrk="0" hangingPunct="1">
        <a:defRPr kumimoji="0" kern="1200">
          <a:solidFill>
            <a:schemeClr val="tx1"/>
          </a:solidFill>
          <a:latin typeface="+mn-lt"/>
          <a:ea typeface="+mn-ea"/>
          <a:cs typeface="+mn-cs"/>
        </a:defRPr>
      </a:lvl7pPr>
      <a:lvl8pPr marL="4710871" algn="l" rtl="0" eaLnBrk="1" latinLnBrk="0" hangingPunct="1">
        <a:defRPr kumimoji="0" kern="1200">
          <a:solidFill>
            <a:schemeClr val="tx1"/>
          </a:solidFill>
          <a:latin typeface="+mn-lt"/>
          <a:ea typeface="+mn-ea"/>
          <a:cs typeface="+mn-cs"/>
        </a:defRPr>
      </a:lvl8pPr>
      <a:lvl9pPr marL="5383853"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13.jpeg"/><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14.png"/><Relationship Id="rId7" Type="http://schemas.openxmlformats.org/officeDocument/2006/relationships/diagramQuickStyle" Target="../diagrams/quickStyle2.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15.svg"/><Relationship Id="rId9" Type="http://schemas.microsoft.com/office/2007/relationships/diagramDrawing" Target="../diagrams/drawing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36.jpeg"/></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1.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Line 5"/>
          <p:cNvSpPr>
            <a:spLocks noChangeShapeType="1"/>
          </p:cNvSpPr>
          <p:nvPr/>
        </p:nvSpPr>
        <p:spPr bwMode="auto">
          <a:xfrm>
            <a:off x="786006" y="-104902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134576" tIns="67289" rIns="134576" bIns="67289" numCol="1" anchor="t" anchorCtr="0" compatLnSpc="1">
            <a:prstTxWarp prst="textNoShape">
              <a:avLst/>
            </a:prstTxWarp>
          </a:bodyPr>
          <a:lstStyle/>
          <a:p>
            <a:endParaRPr lang="en-US" sz="1000">
              <a:latin typeface="Times New Roman" panose="02020603050405020304" pitchFamily="18" charset="0"/>
              <a:cs typeface="Times New Roman" panose="02020603050405020304" pitchFamily="18" charset="0"/>
            </a:endParaRPr>
          </a:p>
        </p:txBody>
      </p:sp>
      <p:sp>
        <p:nvSpPr>
          <p:cNvPr id="45" name="Line 6"/>
          <p:cNvSpPr>
            <a:spLocks noChangeShapeType="1"/>
          </p:cNvSpPr>
          <p:nvPr/>
        </p:nvSpPr>
        <p:spPr bwMode="auto">
          <a:xfrm>
            <a:off x="786006" y="-104902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134576" tIns="67289" rIns="134576" bIns="67289" numCol="1" anchor="t" anchorCtr="0" compatLnSpc="1">
            <a:prstTxWarp prst="textNoShape">
              <a:avLst/>
            </a:prstTxWarp>
          </a:bodyPr>
          <a:lstStyle/>
          <a:p>
            <a:endParaRPr lang="en-US" sz="1000">
              <a:latin typeface="Times New Roman" panose="02020603050405020304" pitchFamily="18" charset="0"/>
              <a:cs typeface="Times New Roman" panose="02020603050405020304" pitchFamily="18" charset="0"/>
            </a:endParaRPr>
          </a:p>
        </p:txBody>
      </p:sp>
      <p:sp>
        <p:nvSpPr>
          <p:cNvPr id="33" name="TextBox 32"/>
          <p:cNvSpPr txBox="1"/>
          <p:nvPr/>
        </p:nvSpPr>
        <p:spPr>
          <a:xfrm>
            <a:off x="4827932" y="1715955"/>
            <a:ext cx="3162759" cy="817516"/>
          </a:xfrm>
          <a:prstGeom prst="rect">
            <a:avLst/>
          </a:prstGeom>
          <a:noFill/>
        </p:spPr>
        <p:txBody>
          <a:bodyPr wrap="none" lIns="100950" tIns="50475" rIns="100950" bIns="50475" rtlCol="0">
            <a:spAutoFit/>
          </a:bodyPr>
          <a:lstStyle/>
          <a:p>
            <a:pPr algn="ctr">
              <a:lnSpc>
                <a:spcPct val="150000"/>
              </a:lnSpc>
            </a:pPr>
            <a:r>
              <a:rPr lang="en-US" sz="31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KHOA ĐIỆN TỬ</a:t>
            </a:r>
          </a:p>
        </p:txBody>
      </p:sp>
      <p:cxnSp>
        <p:nvCxnSpPr>
          <p:cNvPr id="4" name="Straight Connector 3"/>
          <p:cNvCxnSpPr/>
          <p:nvPr/>
        </p:nvCxnSpPr>
        <p:spPr>
          <a:xfrm>
            <a:off x="5237940" y="3063332"/>
            <a:ext cx="2160270" cy="0"/>
          </a:xfrm>
          <a:prstGeom prst="line">
            <a:avLst/>
          </a:prstGeom>
          <a:ln w="38100" cmpd="sng">
            <a:solidFill>
              <a:srgbClr val="C0000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545623" y="2312424"/>
            <a:ext cx="10260389" cy="731788"/>
          </a:xfrm>
          <a:prstGeom prst="rect">
            <a:avLst/>
          </a:prstGeom>
          <a:noFill/>
        </p:spPr>
        <p:txBody>
          <a:bodyPr wrap="square" lIns="100950" tIns="50475" rIns="100950" bIns="50475" rtlCol="0">
            <a:spAutoFit/>
          </a:bodyPr>
          <a:lstStyle/>
          <a:p>
            <a:pPr algn="ctr">
              <a:lnSpc>
                <a:spcPct val="150000"/>
              </a:lnSpc>
            </a:pPr>
            <a:r>
              <a:rPr lang="en-US" sz="3100" b="1">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LỄ BẢO VỆ ĐỒ ÁN TỐT NGHIỆP</a:t>
            </a:r>
            <a:endParaRPr lang="en-US" sz="31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Rectangle 4"/>
          <p:cNvSpPr/>
          <p:nvPr/>
        </p:nvSpPr>
        <p:spPr>
          <a:xfrm>
            <a:off x="3591030" y="3804651"/>
            <a:ext cx="6330826" cy="548981"/>
          </a:xfrm>
          <a:prstGeom prst="rect">
            <a:avLst/>
          </a:prstGeom>
        </p:spPr>
        <p:txBody>
          <a:bodyPr wrap="square" lIns="100950" tIns="50475" rIns="100950" bIns="50475">
            <a:spAutoFit/>
          </a:bodyPr>
          <a:lstStyle/>
          <a:p>
            <a:pPr marL="252374" indent="252374">
              <a:lnSpc>
                <a:spcPct val="150000"/>
              </a:lnSpc>
              <a:spcBef>
                <a:spcPts val="331"/>
              </a:spcBef>
              <a:spcAft>
                <a:spcPts val="331"/>
              </a:spcAft>
            </a:pPr>
            <a:r>
              <a:rPr lang="en-US" sz="2200" b="1" dirty="0">
                <a:latin typeface="Times New Roman" panose="02020603050405020304" pitchFamily="18" charset="0"/>
                <a:ea typeface="Calibri" panose="020F0502020204030204" pitchFamily="34" charset="0"/>
                <a:cs typeface="Times New Roman" panose="02020603050405020304" pitchFamily="18" charset="0"/>
              </a:rPr>
              <a:t>		</a:t>
            </a:r>
            <a:r>
              <a:rPr lang="vi-VN" sz="1800" dirty="0">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3" name="Rectangle 12"/>
          <p:cNvSpPr/>
          <p:nvPr/>
        </p:nvSpPr>
        <p:spPr>
          <a:xfrm>
            <a:off x="1668" y="1"/>
            <a:ext cx="12798266" cy="1571106"/>
          </a:xfrm>
          <a:prstGeom prst="rect">
            <a:avLst/>
          </a:prstGeom>
          <a:solidFill>
            <a:srgbClr val="BD392F"/>
          </a:solidFill>
          <a:ln>
            <a:noFill/>
          </a:ln>
        </p:spPr>
        <p:style>
          <a:lnRef idx="1">
            <a:schemeClr val="accent1"/>
          </a:lnRef>
          <a:fillRef idx="3">
            <a:schemeClr val="accent1"/>
          </a:fillRef>
          <a:effectRef idx="2">
            <a:schemeClr val="accent1"/>
          </a:effectRef>
          <a:fontRef idx="minor">
            <a:schemeClr val="lt1"/>
          </a:fontRef>
        </p:style>
        <p:txBody>
          <a:bodyPr lIns="100950" tIns="50475" rIns="100950" bIns="50475" rtlCol="0" anchor="ctr"/>
          <a:lstStyle/>
          <a:p>
            <a:pPr algn="ctr"/>
            <a:endParaRPr lang="en-US" sz="1000">
              <a:latin typeface="Times New Roman" panose="02020603050405020304" pitchFamily="18" charset="0"/>
              <a:cs typeface="Times New Roman" panose="02020603050405020304" pitchFamily="18" charset="0"/>
            </a:endParaRPr>
          </a:p>
        </p:txBody>
      </p:sp>
      <p:cxnSp>
        <p:nvCxnSpPr>
          <p:cNvPr id="7" name="Straight Connector 6"/>
          <p:cNvCxnSpPr/>
          <p:nvPr/>
        </p:nvCxnSpPr>
        <p:spPr>
          <a:xfrm>
            <a:off x="1668" y="1571107"/>
            <a:ext cx="12798266" cy="1"/>
          </a:xfrm>
          <a:prstGeom prst="line">
            <a:avLst/>
          </a:prstGeom>
          <a:ln w="571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052" name="Picture 4" descr="Nhận diện thương hiệu Logo HaU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5807" y="162830"/>
            <a:ext cx="1307028" cy="129952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3095135" y="359746"/>
            <a:ext cx="7517391" cy="502045"/>
          </a:xfrm>
          <a:prstGeom prst="rect">
            <a:avLst/>
          </a:prstGeom>
          <a:noFill/>
        </p:spPr>
        <p:txBody>
          <a:bodyPr wrap="square" lIns="100950" tIns="50475" rIns="100950" bIns="50475" rtlCol="0">
            <a:spAutoFit/>
            <a:scene3d>
              <a:camera prst="orthographicFront"/>
              <a:lightRig rig="soft" dir="t">
                <a:rot lat="0" lon="0" rev="15600000"/>
              </a:lightRig>
            </a:scene3d>
            <a:sp3d extrusionH="57150" prstMaterial="softEdge">
              <a:bevelT w="25400" h="38100"/>
            </a:sp3d>
          </a:bodyPr>
          <a:lstStyle/>
          <a:p>
            <a:r>
              <a:rPr lang="vi-VN" sz="2600" b="1" dirty="0">
                <a:latin typeface="Times New Roman" panose="02020603050405020304" pitchFamily="18" charset="0"/>
                <a:cs typeface="Times New Roman" panose="02020603050405020304" pitchFamily="18" charset="0"/>
              </a:rPr>
              <a:t>TRƯỜNG ĐẠI HỌC CÔNG NGHIỆP HÀ NỘI</a:t>
            </a:r>
            <a:endParaRPr lang="en-US" sz="2600" b="1" dirty="0">
              <a:latin typeface="Times New Roman" panose="02020603050405020304" pitchFamily="18" charset="0"/>
              <a:cs typeface="Times New Roman" panose="02020603050405020304" pitchFamily="18" charset="0"/>
            </a:endParaRPr>
          </a:p>
        </p:txBody>
      </p:sp>
      <p:sp>
        <p:nvSpPr>
          <p:cNvPr id="205" name="Rectangle 204"/>
          <p:cNvSpPr/>
          <p:nvPr/>
        </p:nvSpPr>
        <p:spPr>
          <a:xfrm>
            <a:off x="1668" y="7462579"/>
            <a:ext cx="12798266" cy="767021"/>
          </a:xfrm>
          <a:prstGeom prst="rect">
            <a:avLst/>
          </a:prstGeom>
          <a:solidFill>
            <a:srgbClr val="FDC526"/>
          </a:solidFill>
          <a:ln>
            <a:noFill/>
          </a:ln>
        </p:spPr>
        <p:style>
          <a:lnRef idx="1">
            <a:schemeClr val="accent1"/>
          </a:lnRef>
          <a:fillRef idx="3">
            <a:schemeClr val="accent1"/>
          </a:fillRef>
          <a:effectRef idx="2">
            <a:schemeClr val="accent1"/>
          </a:effectRef>
          <a:fontRef idx="minor">
            <a:schemeClr val="lt1"/>
          </a:fontRef>
        </p:style>
        <p:txBody>
          <a:bodyPr lIns="100950" tIns="50475" rIns="100950" bIns="50475" rtlCol="0" anchor="ctr"/>
          <a:lstStyle/>
          <a:p>
            <a:pPr algn="ctr"/>
            <a:endParaRPr lang="en-US" sz="1000">
              <a:latin typeface="Times New Roman" panose="02020603050405020304" pitchFamily="18" charset="0"/>
              <a:cs typeface="Times New Roman" panose="02020603050405020304" pitchFamily="18" charset="0"/>
            </a:endParaRPr>
          </a:p>
        </p:txBody>
      </p:sp>
      <p:sp>
        <p:nvSpPr>
          <p:cNvPr id="11" name="TextBox 10"/>
          <p:cNvSpPr txBox="1"/>
          <p:nvPr/>
        </p:nvSpPr>
        <p:spPr>
          <a:xfrm>
            <a:off x="3591031" y="913111"/>
            <a:ext cx="6169575" cy="440490"/>
          </a:xfrm>
          <a:prstGeom prst="rect">
            <a:avLst/>
          </a:prstGeom>
          <a:noFill/>
        </p:spPr>
        <p:txBody>
          <a:bodyPr wrap="square" lIns="100950" tIns="50475" rIns="100950" bIns="50475" rtlCol="0">
            <a:spAutoFit/>
          </a:bodyPr>
          <a:lstStyle/>
          <a:p>
            <a:r>
              <a:rPr lang="vi-VN" sz="2200" dirty="0">
                <a:solidFill>
                  <a:srgbClr val="FDC526"/>
                </a:solidFill>
                <a:latin typeface="Times New Roman" panose="02020603050405020304" pitchFamily="18" charset="0"/>
                <a:cs typeface="Times New Roman" panose="02020603050405020304" pitchFamily="18" charset="0"/>
              </a:rPr>
              <a:t>Sáng tạo – Chất lượng – Phát triển – Hiệu quả</a:t>
            </a:r>
            <a:endParaRPr lang="en-US" sz="2200" dirty="0">
              <a:solidFill>
                <a:srgbClr val="FDC526"/>
              </a:solidFill>
              <a:latin typeface="Times New Roman" panose="02020603050405020304" pitchFamily="18" charset="0"/>
              <a:cs typeface="Times New Roman" panose="02020603050405020304" pitchFamily="18" charset="0"/>
            </a:endParaRPr>
          </a:p>
        </p:txBody>
      </p:sp>
      <p:sp>
        <p:nvSpPr>
          <p:cNvPr id="204" name="Rectangle 203"/>
          <p:cNvSpPr/>
          <p:nvPr/>
        </p:nvSpPr>
        <p:spPr>
          <a:xfrm>
            <a:off x="8825952" y="7608770"/>
            <a:ext cx="3973982" cy="620830"/>
          </a:xfrm>
          <a:prstGeom prst="rect">
            <a:avLst/>
          </a:prstGeom>
          <a:solidFill>
            <a:srgbClr val="78B5EC"/>
          </a:solidFill>
          <a:ln>
            <a:noFill/>
          </a:ln>
        </p:spPr>
        <p:style>
          <a:lnRef idx="1">
            <a:schemeClr val="accent1"/>
          </a:lnRef>
          <a:fillRef idx="3">
            <a:schemeClr val="accent1"/>
          </a:fillRef>
          <a:effectRef idx="2">
            <a:schemeClr val="accent1"/>
          </a:effectRef>
          <a:fontRef idx="minor">
            <a:schemeClr val="lt1"/>
          </a:fontRef>
        </p:style>
        <p:txBody>
          <a:bodyPr lIns="100950" tIns="50475" rIns="100950" bIns="50475" rtlCol="0" anchor="ctr"/>
          <a:lstStyle/>
          <a:p>
            <a:pPr algn="ctr"/>
            <a:r>
              <a:rPr lang="en-US" sz="2200" b="1" dirty="0" err="1">
                <a:solidFill>
                  <a:schemeClr val="accent5">
                    <a:lumMod val="50000"/>
                  </a:schemeClr>
                </a:solidFill>
                <a:latin typeface="Times New Roman" panose="02020603050405020304" pitchFamily="18" charset="0"/>
                <a:cs typeface="Times New Roman" panose="02020603050405020304" pitchFamily="18" charset="0"/>
              </a:rPr>
              <a:t>Ngày</a:t>
            </a:r>
            <a:r>
              <a:rPr lang="en-US" sz="2200" b="1" dirty="0">
                <a:solidFill>
                  <a:schemeClr val="accent5">
                    <a:lumMod val="50000"/>
                  </a:schemeClr>
                </a:solidFill>
                <a:latin typeface="Times New Roman" panose="02020603050405020304" pitchFamily="18" charset="0"/>
                <a:cs typeface="Times New Roman" panose="02020603050405020304" pitchFamily="18" charset="0"/>
              </a:rPr>
              <a:t> 21</a:t>
            </a:r>
            <a:r>
              <a:rPr lang="vi-VN" sz="2200" b="1" dirty="0">
                <a:solidFill>
                  <a:schemeClr val="accent5">
                    <a:lumMod val="50000"/>
                  </a:schemeClr>
                </a:solidFill>
                <a:latin typeface="Times New Roman" panose="02020603050405020304" pitchFamily="18" charset="0"/>
                <a:cs typeface="Times New Roman" panose="02020603050405020304" pitchFamily="18" charset="0"/>
              </a:rPr>
              <a:t> tháng </a:t>
            </a:r>
            <a:r>
              <a:rPr lang="en-US" sz="2200" b="1" dirty="0">
                <a:solidFill>
                  <a:schemeClr val="accent5">
                    <a:lumMod val="50000"/>
                  </a:schemeClr>
                </a:solidFill>
                <a:latin typeface="Times New Roman" panose="02020603050405020304" pitchFamily="18" charset="0"/>
                <a:cs typeface="Times New Roman" panose="02020603050405020304" pitchFamily="18" charset="0"/>
              </a:rPr>
              <a:t>09</a:t>
            </a:r>
            <a:r>
              <a:rPr lang="vi-VN" sz="2200" b="1" dirty="0">
                <a:solidFill>
                  <a:schemeClr val="accent5">
                    <a:lumMod val="50000"/>
                  </a:schemeClr>
                </a:solidFill>
                <a:latin typeface="Times New Roman" panose="02020603050405020304" pitchFamily="18" charset="0"/>
                <a:cs typeface="Times New Roman" panose="02020603050405020304" pitchFamily="18" charset="0"/>
              </a:rPr>
              <a:t> năm 202</a:t>
            </a:r>
            <a:r>
              <a:rPr lang="en-US" sz="2200" b="1" dirty="0">
                <a:solidFill>
                  <a:schemeClr val="accent5">
                    <a:lumMod val="50000"/>
                  </a:schemeClr>
                </a:solidFill>
                <a:latin typeface="Times New Roman" panose="02020603050405020304" pitchFamily="18" charset="0"/>
                <a:cs typeface="Times New Roman" panose="02020603050405020304" pitchFamily="18" charset="0"/>
              </a:rPr>
              <a:t>4</a:t>
            </a:r>
          </a:p>
        </p:txBody>
      </p:sp>
      <p:sp>
        <p:nvSpPr>
          <p:cNvPr id="2" name="TextBox 1"/>
          <p:cNvSpPr txBox="1"/>
          <p:nvPr/>
        </p:nvSpPr>
        <p:spPr>
          <a:xfrm>
            <a:off x="1128165" y="3237130"/>
            <a:ext cx="11256555" cy="4026087"/>
          </a:xfrm>
          <a:prstGeom prst="rect">
            <a:avLst/>
          </a:prstGeom>
          <a:noFill/>
        </p:spPr>
        <p:txBody>
          <a:bodyPr wrap="square" lIns="100950" tIns="50475" rIns="100950" bIns="50475" rtlCol="0">
            <a:spAutoFit/>
          </a:bodyPr>
          <a:lstStyle/>
          <a:p>
            <a:pPr marL="44450" algn="ctr">
              <a:lnSpc>
                <a:spcPct val="150000"/>
              </a:lnSpc>
            </a:pPr>
            <a:r>
              <a:rPr lang="en-US" sz="3200" b="1" kern="100" spc="-20" dirty="0">
                <a:solidFill>
                  <a:srgbClr val="000000"/>
                </a:solidFill>
                <a:effectLst/>
                <a:latin typeface="Times New Roman" panose="02020603050405020304" pitchFamily="18" charset="0"/>
                <a:ea typeface="Times New Roman" panose="02020603050405020304" pitchFamily="18" charset="0"/>
              </a:rPr>
              <a:t>THIẾT KẾ </a:t>
            </a:r>
            <a:r>
              <a:rPr lang="en-US" sz="3200" b="1" kern="100" spc="-20" dirty="0">
                <a:solidFill>
                  <a:srgbClr val="000000"/>
                </a:solidFill>
                <a:latin typeface="Times New Roman" panose="02020603050405020304" pitchFamily="18" charset="0"/>
                <a:ea typeface="Times New Roman" panose="02020603050405020304" pitchFamily="18" charset="0"/>
              </a:rPr>
              <a:t>HỆ THỐNG THEO DÕI, GIÁM SÁT CỬA THÔNG MINH SỬ DỤNG RFID</a:t>
            </a:r>
            <a:endParaRPr lang="en-US" sz="3200" kern="100" dirty="0">
              <a:solidFill>
                <a:srgbClr val="000000"/>
              </a:solidFill>
              <a:effectLst/>
              <a:latin typeface="Times New Roman" panose="02020603050405020304" pitchFamily="18" charset="0"/>
              <a:ea typeface="Times New Roman" panose="02020603050405020304" pitchFamily="18" charset="0"/>
            </a:endParaRPr>
          </a:p>
          <a:p>
            <a:endParaRPr lang="en-US" sz="3200" b="1" dirty="0"/>
          </a:p>
          <a:p>
            <a:endParaRPr lang="en-US" sz="3200" b="1" dirty="0"/>
          </a:p>
          <a:p>
            <a:endParaRPr lang="en-US" sz="3200" b="1" dirty="0"/>
          </a:p>
          <a:p>
            <a:endParaRPr lang="en-US" sz="3200" dirty="0"/>
          </a:p>
          <a:p>
            <a:endParaRPr lang="en-US" sz="3100" b="1" dirty="0">
              <a:latin typeface="Times New Roman" panose="02020603050405020304" pitchFamily="18" charset="0"/>
              <a:cs typeface="Times New Roman" panose="02020603050405020304" pitchFamily="18" charset="0"/>
            </a:endParaRPr>
          </a:p>
        </p:txBody>
      </p:sp>
      <p:sp>
        <p:nvSpPr>
          <p:cNvPr id="3" name="Rectangle 2"/>
          <p:cNvSpPr/>
          <p:nvPr/>
        </p:nvSpPr>
        <p:spPr>
          <a:xfrm>
            <a:off x="4390434" y="4877102"/>
            <a:ext cx="6863331" cy="630222"/>
          </a:xfrm>
          <a:prstGeom prst="rect">
            <a:avLst/>
          </a:prstGeom>
        </p:spPr>
        <p:txBody>
          <a:bodyPr wrap="square" lIns="100950" tIns="50475" rIns="100950" bIns="50475">
            <a:spAutoFit/>
          </a:bodyPr>
          <a:lstStyle/>
          <a:p>
            <a:pPr>
              <a:lnSpc>
                <a:spcPct val="150000"/>
              </a:lnSpc>
            </a:pPr>
            <a:r>
              <a:rPr lang="en-US" sz="2600" b="1" dirty="0">
                <a:latin typeface="Times New Roman" panose="02020603050405020304" pitchFamily="18" charset="0"/>
                <a:cs typeface="Times New Roman" panose="02020603050405020304" pitchFamily="18" charset="0"/>
              </a:rPr>
              <a:t>CBHD	  : </a:t>
            </a:r>
            <a:r>
              <a:rPr lang="en-US" sz="2600" b="1" dirty="0" err="1">
                <a:latin typeface="Times New Roman" panose="02020603050405020304" pitchFamily="18" charset="0"/>
                <a:cs typeface="Times New Roman" panose="02020603050405020304" pitchFamily="18" charset="0"/>
              </a:rPr>
              <a:t>ThS</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Trần</a:t>
            </a:r>
            <a:r>
              <a:rPr lang="en-US" sz="2600" b="1" dirty="0">
                <a:latin typeface="Times New Roman" panose="02020603050405020304" pitchFamily="18" charset="0"/>
                <a:cs typeface="Times New Roman" panose="02020603050405020304" pitchFamily="18" charset="0"/>
              </a:rPr>
              <a:t> Quang </a:t>
            </a:r>
            <a:r>
              <a:rPr lang="en-US" sz="2600" b="1" dirty="0" err="1">
                <a:latin typeface="Times New Roman" panose="02020603050405020304" pitchFamily="18" charset="0"/>
                <a:cs typeface="Times New Roman" panose="02020603050405020304" pitchFamily="18" charset="0"/>
              </a:rPr>
              <a:t>Việt</a:t>
            </a:r>
            <a:endParaRPr lang="en-US" sz="2600" b="1" dirty="0">
              <a:latin typeface="Times New Roman" panose="02020603050405020304" pitchFamily="18" charset="0"/>
              <a:cs typeface="Times New Roman" panose="02020603050405020304" pitchFamily="18" charset="0"/>
            </a:endParaRPr>
          </a:p>
        </p:txBody>
      </p:sp>
      <p:pic>
        <p:nvPicPr>
          <p:cNvPr id="3074" name="Picture 2" descr="https://f7-zpc.zdn.vn/6993330487563720011/5d66076289d1548f0dc0.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323562" y="181435"/>
            <a:ext cx="1330479" cy="129844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3C6429F-14C1-CD45-D107-0AB16C7E8178}"/>
              </a:ext>
            </a:extLst>
          </p:cNvPr>
          <p:cNvSpPr txBox="1"/>
          <p:nvPr/>
        </p:nvSpPr>
        <p:spPr>
          <a:xfrm>
            <a:off x="4387788" y="5591547"/>
            <a:ext cx="8266253" cy="1569660"/>
          </a:xfrm>
          <a:prstGeom prst="rect">
            <a:avLst/>
          </a:prstGeom>
          <a:noFill/>
        </p:spPr>
        <p:txBody>
          <a:bodyPr wrap="square" rtlCol="0">
            <a:spAutoFit/>
          </a:bodyPr>
          <a:lstStyle/>
          <a:p>
            <a:r>
              <a:rPr lang="en-US" sz="2400" b="1" dirty="0" err="1">
                <a:latin typeface="Times New Roman" panose="02020603050405020304" pitchFamily="18" charset="0"/>
                <a:cs typeface="Times New Roman" panose="02020603050405020304" pitchFamily="18" charset="0"/>
              </a:rPr>
              <a:t>Nhóm</a:t>
            </a:r>
            <a:r>
              <a:rPr lang="en-US" sz="2400" b="1" dirty="0">
                <a:latin typeface="Times New Roman" panose="02020603050405020304" pitchFamily="18" charset="0"/>
                <a:cs typeface="Times New Roman" panose="02020603050405020304" pitchFamily="18" charset="0"/>
              </a:rPr>
              <a:t> SV: Bùi Nhật Minh		2020604781</a:t>
            </a:r>
          </a:p>
          <a:p>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Quách</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Hoài</a:t>
            </a:r>
            <a:r>
              <a:rPr lang="en-US" sz="2400" b="1" dirty="0">
                <a:latin typeface="Times New Roman" panose="02020603050405020304" pitchFamily="18" charset="0"/>
                <a:cs typeface="Times New Roman" panose="02020603050405020304" pitchFamily="18" charset="0"/>
              </a:rPr>
              <a:t> Nam		</a:t>
            </a:r>
            <a:r>
              <a:rPr lang="en-US" sz="2400" b="1" dirty="0">
                <a:effectLst/>
                <a:latin typeface="Times New Roman" panose="02020603050405020304" pitchFamily="18" charset="0"/>
                <a:ea typeface="Calibri" panose="020F0502020204030204" pitchFamily="34" charset="0"/>
              </a:rPr>
              <a:t>2020604929</a:t>
            </a:r>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Nguyễn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Văn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Duy</a:t>
            </a:r>
            <a:r>
              <a:rPr lang="en-US" sz="2400" b="1" dirty="0">
                <a:latin typeface="Times New Roman" panose="02020603050405020304" pitchFamily="18" charset="0"/>
                <a:cs typeface="Times New Roman" panose="02020603050405020304" pitchFamily="18" charset="0"/>
              </a:rPr>
              <a:t>		</a:t>
            </a:r>
            <a:r>
              <a:rPr lang="en-US" sz="2400" b="1" dirty="0">
                <a:effectLst/>
                <a:latin typeface="Times New Roman" panose="02020603050405020304" pitchFamily="18" charset="0"/>
                <a:cs typeface="Times New Roman" panose="02020603050405020304" pitchFamily="18" charset="0"/>
              </a:rPr>
              <a:t>2020606887</a:t>
            </a:r>
            <a:endPar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673400"/>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0"/>
          <p:cNvSpPr>
            <a:spLocks noGrp="1"/>
          </p:cNvSpPr>
          <p:nvPr>
            <p:ph type="title"/>
          </p:nvPr>
        </p:nvSpPr>
        <p:spPr>
          <a:xfrm>
            <a:off x="1514230" y="478964"/>
            <a:ext cx="9586189" cy="900666"/>
          </a:xfrm>
        </p:spPr>
        <p:txBody>
          <a:bodyPr>
            <a:normAutofit/>
          </a:bodyPr>
          <a:lstStyle/>
          <a:p>
            <a:r>
              <a:rPr lang="en-US" sz="4000" dirty="0">
                <a:solidFill>
                  <a:schemeClr val="tx1"/>
                </a:solidFill>
                <a:latin typeface="Times New Roman" panose="02020603050405020304" pitchFamily="18" charset="0"/>
                <a:cs typeface="Times New Roman" panose="02020603050405020304" pitchFamily="18" charset="0"/>
              </a:rPr>
              <a:t>NỘI DUNG</a:t>
            </a:r>
          </a:p>
        </p:txBody>
      </p:sp>
      <p:grpSp>
        <p:nvGrpSpPr>
          <p:cNvPr id="2" name="Group 1">
            <a:extLst>
              <a:ext uri="{FF2B5EF4-FFF2-40B4-BE49-F238E27FC236}">
                <a16:creationId xmlns:a16="http://schemas.microsoft.com/office/drawing/2014/main" id="{C90E30B2-4949-C3F2-0F86-9602D5A6F507}"/>
              </a:ext>
            </a:extLst>
          </p:cNvPr>
          <p:cNvGrpSpPr/>
          <p:nvPr/>
        </p:nvGrpSpPr>
        <p:grpSpPr>
          <a:xfrm>
            <a:off x="2228598" y="2868258"/>
            <a:ext cx="8579534" cy="4176463"/>
            <a:chOff x="2111033" y="2332681"/>
            <a:chExt cx="8579534" cy="4176463"/>
          </a:xfrm>
        </p:grpSpPr>
        <p:sp>
          <p:nvSpPr>
            <p:cNvPr id="4" name="Freeform: Shape 3">
              <a:extLst>
                <a:ext uri="{FF2B5EF4-FFF2-40B4-BE49-F238E27FC236}">
                  <a16:creationId xmlns:a16="http://schemas.microsoft.com/office/drawing/2014/main" id="{F9481ACD-3760-2A5D-D998-192FF8D82360}"/>
                </a:ext>
              </a:extLst>
            </p:cNvPr>
            <p:cNvSpPr/>
            <p:nvPr/>
          </p:nvSpPr>
          <p:spPr>
            <a:xfrm>
              <a:off x="2133600" y="2332681"/>
              <a:ext cx="782785" cy="1118264"/>
            </a:xfrm>
            <a:custGeom>
              <a:avLst/>
              <a:gdLst>
                <a:gd name="connsiteX0" fmla="*/ 0 w 1118263"/>
                <a:gd name="connsiteY0" fmla="*/ 0 h 782784"/>
                <a:gd name="connsiteX1" fmla="*/ 726871 w 1118263"/>
                <a:gd name="connsiteY1" fmla="*/ 0 h 782784"/>
                <a:gd name="connsiteX2" fmla="*/ 1118263 w 1118263"/>
                <a:gd name="connsiteY2" fmla="*/ 391392 h 782784"/>
                <a:gd name="connsiteX3" fmla="*/ 726871 w 1118263"/>
                <a:gd name="connsiteY3" fmla="*/ 782784 h 782784"/>
                <a:gd name="connsiteX4" fmla="*/ 0 w 1118263"/>
                <a:gd name="connsiteY4" fmla="*/ 782784 h 782784"/>
                <a:gd name="connsiteX5" fmla="*/ 391392 w 1118263"/>
                <a:gd name="connsiteY5" fmla="*/ 391392 h 782784"/>
                <a:gd name="connsiteX6" fmla="*/ 0 w 1118263"/>
                <a:gd name="connsiteY6" fmla="*/ 0 h 782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8263" h="782784">
                  <a:moveTo>
                    <a:pt x="1118262" y="0"/>
                  </a:moveTo>
                  <a:lnTo>
                    <a:pt x="1118262" y="508810"/>
                  </a:lnTo>
                  <a:lnTo>
                    <a:pt x="559132" y="782784"/>
                  </a:lnTo>
                  <a:lnTo>
                    <a:pt x="1" y="508810"/>
                  </a:lnTo>
                  <a:lnTo>
                    <a:pt x="1" y="0"/>
                  </a:lnTo>
                  <a:lnTo>
                    <a:pt x="559132" y="273974"/>
                  </a:lnTo>
                  <a:lnTo>
                    <a:pt x="1118262" y="0"/>
                  </a:lnTo>
                  <a:close/>
                </a:path>
              </a:pathLst>
            </a:cu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4606" tIns="405997" rIns="14605" bIns="405998" numCol="1" spcCol="1270" anchor="ctr" anchorCtr="0">
              <a:noAutofit/>
            </a:bodyPr>
            <a:lstStyle/>
            <a:p>
              <a:pPr marL="0" lvl="0" indent="0" algn="ctr" defTabSz="1022350">
                <a:lnSpc>
                  <a:spcPct val="90000"/>
                </a:lnSpc>
                <a:spcBef>
                  <a:spcPct val="0"/>
                </a:spcBef>
                <a:spcAft>
                  <a:spcPct val="35000"/>
                </a:spcAft>
                <a:buNone/>
              </a:pPr>
              <a:r>
                <a:rPr lang="en-US" sz="2300" kern="1200" dirty="0">
                  <a:latin typeface="Times New Roman" panose="02020603050405020304" pitchFamily="18" charset="0"/>
                  <a:cs typeface="Times New Roman" panose="02020603050405020304" pitchFamily="18" charset="0"/>
                </a:rPr>
                <a:t>1</a:t>
              </a:r>
            </a:p>
          </p:txBody>
        </p:sp>
        <p:sp>
          <p:nvSpPr>
            <p:cNvPr id="5" name="Freeform: Shape 4">
              <a:extLst>
                <a:ext uri="{FF2B5EF4-FFF2-40B4-BE49-F238E27FC236}">
                  <a16:creationId xmlns:a16="http://schemas.microsoft.com/office/drawing/2014/main" id="{31328389-C286-6F1F-E3DA-336D40AAA1BE}"/>
                </a:ext>
              </a:extLst>
            </p:cNvPr>
            <p:cNvSpPr/>
            <p:nvPr/>
          </p:nvSpPr>
          <p:spPr>
            <a:xfrm>
              <a:off x="2916384" y="2332682"/>
              <a:ext cx="7774183" cy="726872"/>
            </a:xfrm>
            <a:custGeom>
              <a:avLst/>
              <a:gdLst>
                <a:gd name="connsiteX0" fmla="*/ 121148 w 726871"/>
                <a:gd name="connsiteY0" fmla="*/ 0 h 7774182"/>
                <a:gd name="connsiteX1" fmla="*/ 605723 w 726871"/>
                <a:gd name="connsiteY1" fmla="*/ 0 h 7774182"/>
                <a:gd name="connsiteX2" fmla="*/ 726871 w 726871"/>
                <a:gd name="connsiteY2" fmla="*/ 121148 h 7774182"/>
                <a:gd name="connsiteX3" fmla="*/ 726871 w 726871"/>
                <a:gd name="connsiteY3" fmla="*/ 7774182 h 7774182"/>
                <a:gd name="connsiteX4" fmla="*/ 726871 w 726871"/>
                <a:gd name="connsiteY4" fmla="*/ 7774182 h 7774182"/>
                <a:gd name="connsiteX5" fmla="*/ 0 w 726871"/>
                <a:gd name="connsiteY5" fmla="*/ 7774182 h 7774182"/>
                <a:gd name="connsiteX6" fmla="*/ 0 w 726871"/>
                <a:gd name="connsiteY6" fmla="*/ 7774182 h 7774182"/>
                <a:gd name="connsiteX7" fmla="*/ 0 w 726871"/>
                <a:gd name="connsiteY7" fmla="*/ 121148 h 7774182"/>
                <a:gd name="connsiteX8" fmla="*/ 121148 w 726871"/>
                <a:gd name="connsiteY8" fmla="*/ 0 h 7774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6871" h="7774182">
                  <a:moveTo>
                    <a:pt x="726871" y="1295731"/>
                  </a:moveTo>
                  <a:lnTo>
                    <a:pt x="726871" y="6478451"/>
                  </a:lnTo>
                  <a:cubicBezTo>
                    <a:pt x="726871" y="7194059"/>
                    <a:pt x="721800" y="7774177"/>
                    <a:pt x="715544" y="7774177"/>
                  </a:cubicBezTo>
                  <a:lnTo>
                    <a:pt x="0" y="7774177"/>
                  </a:lnTo>
                  <a:lnTo>
                    <a:pt x="0" y="7774177"/>
                  </a:lnTo>
                  <a:lnTo>
                    <a:pt x="0" y="5"/>
                  </a:lnTo>
                  <a:lnTo>
                    <a:pt x="0" y="5"/>
                  </a:lnTo>
                  <a:lnTo>
                    <a:pt x="715544" y="5"/>
                  </a:lnTo>
                  <a:cubicBezTo>
                    <a:pt x="721800" y="5"/>
                    <a:pt x="726871" y="580123"/>
                    <a:pt x="726871" y="1295731"/>
                  </a:cubicBezTo>
                  <a:close/>
                </a:path>
              </a:pathLst>
            </a:custGeom>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56033" tIns="58343" rIns="58343" bIns="58344" numCol="1" spcCol="1270" anchor="ctr" anchorCtr="0">
              <a:noAutofit/>
            </a:bodyPr>
            <a:lstStyle/>
            <a:p>
              <a:pPr marL="285750" lvl="1" indent="-285750" algn="l" defTabSz="1600200">
                <a:lnSpc>
                  <a:spcPct val="90000"/>
                </a:lnSpc>
                <a:spcBef>
                  <a:spcPct val="0"/>
                </a:spcBef>
                <a:spcAft>
                  <a:spcPct val="15000"/>
                </a:spcAft>
                <a:buChar char="•"/>
              </a:pPr>
              <a:r>
                <a:rPr lang="en-US" sz="3600" kern="1200" dirty="0" err="1">
                  <a:latin typeface="Times New Roman" panose="02020603050405020304" pitchFamily="18" charset="0"/>
                  <a:cs typeface="Times New Roman" panose="02020603050405020304" pitchFamily="18" charset="0"/>
                </a:rPr>
                <a:t>Tổng</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quan</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về</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đề</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tài</a:t>
              </a:r>
              <a:endParaRPr lang="en-US" sz="3600" kern="1200" dirty="0">
                <a:latin typeface="Times New Roman" panose="02020603050405020304" pitchFamily="18" charset="0"/>
                <a:cs typeface="Times New Roman" panose="02020603050405020304" pitchFamily="18" charset="0"/>
              </a:endParaRPr>
            </a:p>
          </p:txBody>
        </p:sp>
        <p:sp>
          <p:nvSpPr>
            <p:cNvPr id="8" name="Freeform: Shape 7">
              <a:extLst>
                <a:ext uri="{FF2B5EF4-FFF2-40B4-BE49-F238E27FC236}">
                  <a16:creationId xmlns:a16="http://schemas.microsoft.com/office/drawing/2014/main" id="{CC4A86FC-66F8-AEDC-4703-E68D96939DBC}"/>
                </a:ext>
              </a:extLst>
            </p:cNvPr>
            <p:cNvSpPr/>
            <p:nvPr/>
          </p:nvSpPr>
          <p:spPr>
            <a:xfrm>
              <a:off x="2111033" y="3387928"/>
              <a:ext cx="782785" cy="1118264"/>
            </a:xfrm>
            <a:custGeom>
              <a:avLst/>
              <a:gdLst>
                <a:gd name="connsiteX0" fmla="*/ 0 w 1118263"/>
                <a:gd name="connsiteY0" fmla="*/ 0 h 782784"/>
                <a:gd name="connsiteX1" fmla="*/ 726871 w 1118263"/>
                <a:gd name="connsiteY1" fmla="*/ 0 h 782784"/>
                <a:gd name="connsiteX2" fmla="*/ 1118263 w 1118263"/>
                <a:gd name="connsiteY2" fmla="*/ 391392 h 782784"/>
                <a:gd name="connsiteX3" fmla="*/ 726871 w 1118263"/>
                <a:gd name="connsiteY3" fmla="*/ 782784 h 782784"/>
                <a:gd name="connsiteX4" fmla="*/ 0 w 1118263"/>
                <a:gd name="connsiteY4" fmla="*/ 782784 h 782784"/>
                <a:gd name="connsiteX5" fmla="*/ 391392 w 1118263"/>
                <a:gd name="connsiteY5" fmla="*/ 391392 h 782784"/>
                <a:gd name="connsiteX6" fmla="*/ 0 w 1118263"/>
                <a:gd name="connsiteY6" fmla="*/ 0 h 782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8263" h="782784">
                  <a:moveTo>
                    <a:pt x="1118262" y="0"/>
                  </a:moveTo>
                  <a:lnTo>
                    <a:pt x="1118262" y="508810"/>
                  </a:lnTo>
                  <a:lnTo>
                    <a:pt x="559132" y="782784"/>
                  </a:lnTo>
                  <a:lnTo>
                    <a:pt x="1" y="508810"/>
                  </a:lnTo>
                  <a:lnTo>
                    <a:pt x="1" y="0"/>
                  </a:lnTo>
                  <a:lnTo>
                    <a:pt x="559132" y="273974"/>
                  </a:lnTo>
                  <a:lnTo>
                    <a:pt x="1118262" y="0"/>
                  </a:lnTo>
                  <a:close/>
                </a:path>
              </a:pathLst>
            </a:custGeom>
          </p:spPr>
          <p:style>
            <a:lnRef idx="2">
              <a:schemeClr val="accent3">
                <a:hueOff val="5812304"/>
                <a:satOff val="-18573"/>
                <a:lumOff val="-4706"/>
                <a:alphaOff val="0"/>
              </a:schemeClr>
            </a:lnRef>
            <a:fillRef idx="1">
              <a:schemeClr val="accent3">
                <a:hueOff val="5812304"/>
                <a:satOff val="-18573"/>
                <a:lumOff val="-4706"/>
                <a:alphaOff val="0"/>
              </a:schemeClr>
            </a:fillRef>
            <a:effectRef idx="0">
              <a:schemeClr val="accent3">
                <a:hueOff val="5812304"/>
                <a:satOff val="-18573"/>
                <a:lumOff val="-4706"/>
                <a:alphaOff val="0"/>
              </a:schemeClr>
            </a:effectRef>
            <a:fontRef idx="minor">
              <a:schemeClr val="lt1"/>
            </a:fontRef>
          </p:style>
          <p:txBody>
            <a:bodyPr spcFirstLastPara="0" vert="horz" wrap="square" lIns="14606" tIns="405997" rIns="14605" bIns="405998" numCol="1" spcCol="1270" anchor="ctr" anchorCtr="0">
              <a:noAutofit/>
            </a:bodyPr>
            <a:lstStyle/>
            <a:p>
              <a:pPr marL="0" lvl="0" indent="0" algn="ctr" defTabSz="1022350">
                <a:lnSpc>
                  <a:spcPct val="90000"/>
                </a:lnSpc>
                <a:spcBef>
                  <a:spcPct val="0"/>
                </a:spcBef>
                <a:spcAft>
                  <a:spcPct val="35000"/>
                </a:spcAft>
                <a:buNone/>
              </a:pPr>
              <a:r>
                <a:rPr lang="en-US" sz="2300" dirty="0">
                  <a:latin typeface="Times New Roman" panose="02020603050405020304" pitchFamily="18" charset="0"/>
                  <a:cs typeface="Times New Roman" panose="02020603050405020304" pitchFamily="18" charset="0"/>
                </a:rPr>
                <a:t>2</a:t>
              </a:r>
              <a:endParaRPr lang="en-US" sz="2300" kern="1200" dirty="0">
                <a:latin typeface="Times New Roman" panose="02020603050405020304" pitchFamily="18" charset="0"/>
                <a:cs typeface="Times New Roman" panose="02020603050405020304" pitchFamily="18" charset="0"/>
              </a:endParaRPr>
            </a:p>
          </p:txBody>
        </p:sp>
        <p:sp>
          <p:nvSpPr>
            <p:cNvPr id="9" name="Freeform: Shape 8">
              <a:extLst>
                <a:ext uri="{FF2B5EF4-FFF2-40B4-BE49-F238E27FC236}">
                  <a16:creationId xmlns:a16="http://schemas.microsoft.com/office/drawing/2014/main" id="{2B76CDDE-47EB-07B6-84A0-5CD3C36BE064}"/>
                </a:ext>
              </a:extLst>
            </p:cNvPr>
            <p:cNvSpPr/>
            <p:nvPr/>
          </p:nvSpPr>
          <p:spPr>
            <a:xfrm>
              <a:off x="2916384" y="3387928"/>
              <a:ext cx="7774183" cy="726872"/>
            </a:xfrm>
            <a:custGeom>
              <a:avLst/>
              <a:gdLst>
                <a:gd name="connsiteX0" fmla="*/ 121148 w 726871"/>
                <a:gd name="connsiteY0" fmla="*/ 0 h 7774182"/>
                <a:gd name="connsiteX1" fmla="*/ 605723 w 726871"/>
                <a:gd name="connsiteY1" fmla="*/ 0 h 7774182"/>
                <a:gd name="connsiteX2" fmla="*/ 726871 w 726871"/>
                <a:gd name="connsiteY2" fmla="*/ 121148 h 7774182"/>
                <a:gd name="connsiteX3" fmla="*/ 726871 w 726871"/>
                <a:gd name="connsiteY3" fmla="*/ 7774182 h 7774182"/>
                <a:gd name="connsiteX4" fmla="*/ 726871 w 726871"/>
                <a:gd name="connsiteY4" fmla="*/ 7774182 h 7774182"/>
                <a:gd name="connsiteX5" fmla="*/ 0 w 726871"/>
                <a:gd name="connsiteY5" fmla="*/ 7774182 h 7774182"/>
                <a:gd name="connsiteX6" fmla="*/ 0 w 726871"/>
                <a:gd name="connsiteY6" fmla="*/ 7774182 h 7774182"/>
                <a:gd name="connsiteX7" fmla="*/ 0 w 726871"/>
                <a:gd name="connsiteY7" fmla="*/ 121148 h 7774182"/>
                <a:gd name="connsiteX8" fmla="*/ 121148 w 726871"/>
                <a:gd name="connsiteY8" fmla="*/ 0 h 7774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6871" h="7774182">
                  <a:moveTo>
                    <a:pt x="726871" y="1295731"/>
                  </a:moveTo>
                  <a:lnTo>
                    <a:pt x="726871" y="6478451"/>
                  </a:lnTo>
                  <a:cubicBezTo>
                    <a:pt x="726871" y="7194059"/>
                    <a:pt x="721800" y="7774177"/>
                    <a:pt x="715544" y="7774177"/>
                  </a:cubicBezTo>
                  <a:lnTo>
                    <a:pt x="0" y="7774177"/>
                  </a:lnTo>
                  <a:lnTo>
                    <a:pt x="0" y="7774177"/>
                  </a:lnTo>
                  <a:lnTo>
                    <a:pt x="0" y="5"/>
                  </a:lnTo>
                  <a:lnTo>
                    <a:pt x="0" y="5"/>
                  </a:lnTo>
                  <a:lnTo>
                    <a:pt x="715544" y="5"/>
                  </a:lnTo>
                  <a:cubicBezTo>
                    <a:pt x="721800" y="5"/>
                    <a:pt x="726871" y="580123"/>
                    <a:pt x="726871" y="1295731"/>
                  </a:cubicBezTo>
                  <a:close/>
                </a:path>
              </a:pathLst>
            </a:custGeom>
          </p:spPr>
          <p:style>
            <a:lnRef idx="2">
              <a:schemeClr val="accent3">
                <a:hueOff val="5812304"/>
                <a:satOff val="-18573"/>
                <a:lumOff val="-4706"/>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56033" tIns="58343" rIns="58343" bIns="58344" numCol="1" spcCol="1270" anchor="ctr" anchorCtr="0">
              <a:noAutofit/>
            </a:bodyPr>
            <a:lstStyle/>
            <a:p>
              <a:pPr marL="285750" lvl="1" indent="-285750" algn="l" defTabSz="1600200">
                <a:lnSpc>
                  <a:spcPct val="90000"/>
                </a:lnSpc>
                <a:spcBef>
                  <a:spcPct val="0"/>
                </a:spcBef>
                <a:spcAft>
                  <a:spcPct val="15000"/>
                </a:spcAft>
                <a:buChar char="•"/>
              </a:pPr>
              <a:r>
                <a:rPr lang="en-US" sz="3600" kern="1200">
                  <a:latin typeface="Times New Roman" panose="02020603050405020304" pitchFamily="18" charset="0"/>
                  <a:cs typeface="Times New Roman" panose="02020603050405020304" pitchFamily="18" charset="0"/>
                </a:rPr>
                <a:t>Thiết kế hệ thống</a:t>
              </a:r>
              <a:endParaRPr lang="en-US" sz="3600" kern="1200" dirty="0">
                <a:latin typeface="Times New Roman" panose="02020603050405020304" pitchFamily="18" charset="0"/>
                <a:cs typeface="Times New Roman" panose="02020603050405020304" pitchFamily="18" charset="0"/>
              </a:endParaRPr>
            </a:p>
          </p:txBody>
        </p:sp>
        <p:sp>
          <p:nvSpPr>
            <p:cNvPr id="10" name="Freeform: Shape 9">
              <a:extLst>
                <a:ext uri="{FF2B5EF4-FFF2-40B4-BE49-F238E27FC236}">
                  <a16:creationId xmlns:a16="http://schemas.microsoft.com/office/drawing/2014/main" id="{DE313091-54E2-6308-DFF1-511535638DC3}"/>
                </a:ext>
              </a:extLst>
            </p:cNvPr>
            <p:cNvSpPr/>
            <p:nvPr/>
          </p:nvSpPr>
          <p:spPr>
            <a:xfrm>
              <a:off x="2111033" y="4389404"/>
              <a:ext cx="782785" cy="1118264"/>
            </a:xfrm>
            <a:custGeom>
              <a:avLst/>
              <a:gdLst>
                <a:gd name="connsiteX0" fmla="*/ 0 w 1118263"/>
                <a:gd name="connsiteY0" fmla="*/ 0 h 782784"/>
                <a:gd name="connsiteX1" fmla="*/ 726871 w 1118263"/>
                <a:gd name="connsiteY1" fmla="*/ 0 h 782784"/>
                <a:gd name="connsiteX2" fmla="*/ 1118263 w 1118263"/>
                <a:gd name="connsiteY2" fmla="*/ 391392 h 782784"/>
                <a:gd name="connsiteX3" fmla="*/ 726871 w 1118263"/>
                <a:gd name="connsiteY3" fmla="*/ 782784 h 782784"/>
                <a:gd name="connsiteX4" fmla="*/ 0 w 1118263"/>
                <a:gd name="connsiteY4" fmla="*/ 782784 h 782784"/>
                <a:gd name="connsiteX5" fmla="*/ 391392 w 1118263"/>
                <a:gd name="connsiteY5" fmla="*/ 391392 h 782784"/>
                <a:gd name="connsiteX6" fmla="*/ 0 w 1118263"/>
                <a:gd name="connsiteY6" fmla="*/ 0 h 782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8263" h="782784">
                  <a:moveTo>
                    <a:pt x="1118262" y="0"/>
                  </a:moveTo>
                  <a:lnTo>
                    <a:pt x="1118262" y="508810"/>
                  </a:lnTo>
                  <a:lnTo>
                    <a:pt x="559132" y="782784"/>
                  </a:lnTo>
                  <a:lnTo>
                    <a:pt x="1" y="508810"/>
                  </a:lnTo>
                  <a:lnTo>
                    <a:pt x="1" y="0"/>
                  </a:lnTo>
                  <a:lnTo>
                    <a:pt x="559132" y="273974"/>
                  </a:lnTo>
                  <a:lnTo>
                    <a:pt x="1118262" y="0"/>
                  </a:lnTo>
                  <a:close/>
                </a:path>
              </a:pathLst>
            </a:custGeom>
          </p:spPr>
          <p:style>
            <a:lnRef idx="2">
              <a:schemeClr val="accent3">
                <a:hueOff val="8718455"/>
                <a:satOff val="-27859"/>
                <a:lumOff val="-7059"/>
                <a:alphaOff val="0"/>
              </a:schemeClr>
            </a:lnRef>
            <a:fillRef idx="1">
              <a:schemeClr val="accent3">
                <a:hueOff val="8718455"/>
                <a:satOff val="-27859"/>
                <a:lumOff val="-7059"/>
                <a:alphaOff val="0"/>
              </a:schemeClr>
            </a:fillRef>
            <a:effectRef idx="0">
              <a:schemeClr val="accent3">
                <a:hueOff val="8718455"/>
                <a:satOff val="-27859"/>
                <a:lumOff val="-7059"/>
                <a:alphaOff val="0"/>
              </a:schemeClr>
            </a:effectRef>
            <a:fontRef idx="minor">
              <a:schemeClr val="lt1"/>
            </a:fontRef>
          </p:style>
          <p:txBody>
            <a:bodyPr spcFirstLastPara="0" vert="horz" wrap="square" lIns="14606" tIns="405997" rIns="14605" bIns="405998" numCol="1" spcCol="1270" anchor="ctr" anchorCtr="0">
              <a:noAutofit/>
            </a:bodyPr>
            <a:lstStyle/>
            <a:p>
              <a:pPr marL="0" lvl="0" indent="0" algn="ctr" defTabSz="1022350">
                <a:lnSpc>
                  <a:spcPct val="90000"/>
                </a:lnSpc>
                <a:spcBef>
                  <a:spcPct val="0"/>
                </a:spcBef>
                <a:spcAft>
                  <a:spcPct val="35000"/>
                </a:spcAft>
                <a:buNone/>
              </a:pPr>
              <a:r>
                <a:rPr lang="en-US" sz="2300" dirty="0">
                  <a:latin typeface="Times New Roman" panose="02020603050405020304" pitchFamily="18" charset="0"/>
                  <a:cs typeface="Times New Roman" panose="02020603050405020304" pitchFamily="18" charset="0"/>
                </a:rPr>
                <a:t>3</a:t>
              </a:r>
              <a:endParaRPr lang="en-US" sz="2300" kern="1200" dirty="0">
                <a:latin typeface="Times New Roman" panose="02020603050405020304" pitchFamily="18" charset="0"/>
                <a:cs typeface="Times New Roman" panose="02020603050405020304" pitchFamily="18" charset="0"/>
              </a:endParaRPr>
            </a:p>
          </p:txBody>
        </p:sp>
        <p:sp>
          <p:nvSpPr>
            <p:cNvPr id="11" name="Freeform: Shape 10">
              <a:extLst>
                <a:ext uri="{FF2B5EF4-FFF2-40B4-BE49-F238E27FC236}">
                  <a16:creationId xmlns:a16="http://schemas.microsoft.com/office/drawing/2014/main" id="{22F9A17A-7650-C1F4-8C08-FB59D0637A3D}"/>
                </a:ext>
              </a:extLst>
            </p:cNvPr>
            <p:cNvSpPr/>
            <p:nvPr/>
          </p:nvSpPr>
          <p:spPr>
            <a:xfrm>
              <a:off x="2916384" y="4389404"/>
              <a:ext cx="7774183" cy="726872"/>
            </a:xfrm>
            <a:custGeom>
              <a:avLst/>
              <a:gdLst>
                <a:gd name="connsiteX0" fmla="*/ 121148 w 726871"/>
                <a:gd name="connsiteY0" fmla="*/ 0 h 7774182"/>
                <a:gd name="connsiteX1" fmla="*/ 605723 w 726871"/>
                <a:gd name="connsiteY1" fmla="*/ 0 h 7774182"/>
                <a:gd name="connsiteX2" fmla="*/ 726871 w 726871"/>
                <a:gd name="connsiteY2" fmla="*/ 121148 h 7774182"/>
                <a:gd name="connsiteX3" fmla="*/ 726871 w 726871"/>
                <a:gd name="connsiteY3" fmla="*/ 7774182 h 7774182"/>
                <a:gd name="connsiteX4" fmla="*/ 726871 w 726871"/>
                <a:gd name="connsiteY4" fmla="*/ 7774182 h 7774182"/>
                <a:gd name="connsiteX5" fmla="*/ 0 w 726871"/>
                <a:gd name="connsiteY5" fmla="*/ 7774182 h 7774182"/>
                <a:gd name="connsiteX6" fmla="*/ 0 w 726871"/>
                <a:gd name="connsiteY6" fmla="*/ 7774182 h 7774182"/>
                <a:gd name="connsiteX7" fmla="*/ 0 w 726871"/>
                <a:gd name="connsiteY7" fmla="*/ 121148 h 7774182"/>
                <a:gd name="connsiteX8" fmla="*/ 121148 w 726871"/>
                <a:gd name="connsiteY8" fmla="*/ 0 h 7774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6871" h="7774182">
                  <a:moveTo>
                    <a:pt x="726871" y="1295731"/>
                  </a:moveTo>
                  <a:lnTo>
                    <a:pt x="726871" y="6478451"/>
                  </a:lnTo>
                  <a:cubicBezTo>
                    <a:pt x="726871" y="7194059"/>
                    <a:pt x="721800" y="7774177"/>
                    <a:pt x="715544" y="7774177"/>
                  </a:cubicBezTo>
                  <a:lnTo>
                    <a:pt x="0" y="7774177"/>
                  </a:lnTo>
                  <a:lnTo>
                    <a:pt x="0" y="7774177"/>
                  </a:lnTo>
                  <a:lnTo>
                    <a:pt x="0" y="5"/>
                  </a:lnTo>
                  <a:lnTo>
                    <a:pt x="0" y="5"/>
                  </a:lnTo>
                  <a:lnTo>
                    <a:pt x="715544" y="5"/>
                  </a:lnTo>
                  <a:cubicBezTo>
                    <a:pt x="721800" y="5"/>
                    <a:pt x="726871" y="580123"/>
                    <a:pt x="726871" y="1295731"/>
                  </a:cubicBezTo>
                  <a:close/>
                </a:path>
              </a:pathLst>
            </a:custGeom>
          </p:spPr>
          <p:style>
            <a:lnRef idx="2">
              <a:schemeClr val="accent3">
                <a:hueOff val="8718455"/>
                <a:satOff val="-27859"/>
                <a:lumOff val="-7059"/>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56033" tIns="58343" rIns="58343" bIns="58344" numCol="1" spcCol="1270" anchor="ctr" anchorCtr="0">
              <a:noAutofit/>
            </a:bodyPr>
            <a:lstStyle/>
            <a:p>
              <a:pPr marL="285750" lvl="1" indent="-285750" algn="l" defTabSz="1600200">
                <a:lnSpc>
                  <a:spcPct val="90000"/>
                </a:lnSpc>
                <a:spcBef>
                  <a:spcPct val="0"/>
                </a:spcBef>
                <a:spcAft>
                  <a:spcPct val="15000"/>
                </a:spcAft>
                <a:buChar char="•"/>
              </a:pPr>
              <a:r>
                <a:rPr lang="en-US" sz="3600" kern="1200" dirty="0" err="1">
                  <a:latin typeface="Times New Roman" panose="02020603050405020304" pitchFamily="18" charset="0"/>
                  <a:cs typeface="Times New Roman" panose="02020603050405020304" pitchFamily="18" charset="0"/>
                </a:rPr>
                <a:t>Kết</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quả</a:t>
              </a:r>
              <a:r>
                <a:rPr lang="en-US" sz="3600" kern="1200" dirty="0">
                  <a:latin typeface="Times New Roman" panose="02020603050405020304" pitchFamily="18" charset="0"/>
                  <a:cs typeface="Times New Roman" panose="02020603050405020304" pitchFamily="18" charset="0"/>
                </a:rPr>
                <a:t> </a:t>
              </a:r>
              <a:r>
                <a:rPr lang="en-US" sz="3600" kern="1200" err="1">
                  <a:latin typeface="Times New Roman" panose="02020603050405020304" pitchFamily="18" charset="0"/>
                  <a:cs typeface="Times New Roman" panose="02020603050405020304" pitchFamily="18" charset="0"/>
                </a:rPr>
                <a:t>đánh</a:t>
              </a:r>
              <a:r>
                <a:rPr lang="en-US" sz="3600" kern="1200">
                  <a:latin typeface="Times New Roman" panose="02020603050405020304" pitchFamily="18" charset="0"/>
                  <a:cs typeface="Times New Roman" panose="02020603050405020304" pitchFamily="18" charset="0"/>
                </a:rPr>
                <a:t> giá</a:t>
              </a:r>
              <a:endParaRPr lang="en-US" sz="3600" kern="1200" dirty="0">
                <a:latin typeface="Times New Roman" panose="02020603050405020304" pitchFamily="18" charset="0"/>
                <a:cs typeface="Times New Roman" panose="02020603050405020304" pitchFamily="18" charset="0"/>
              </a:endParaRPr>
            </a:p>
          </p:txBody>
        </p:sp>
        <p:sp>
          <p:nvSpPr>
            <p:cNvPr id="12" name="Freeform: Shape 11">
              <a:extLst>
                <a:ext uri="{FF2B5EF4-FFF2-40B4-BE49-F238E27FC236}">
                  <a16:creationId xmlns:a16="http://schemas.microsoft.com/office/drawing/2014/main" id="{69F072B8-737D-3629-C5DB-E13B01E25E1C}"/>
                </a:ext>
              </a:extLst>
            </p:cNvPr>
            <p:cNvSpPr/>
            <p:nvPr/>
          </p:nvSpPr>
          <p:spPr>
            <a:xfrm>
              <a:off x="2111033" y="5390880"/>
              <a:ext cx="782785" cy="1118264"/>
            </a:xfrm>
            <a:custGeom>
              <a:avLst/>
              <a:gdLst>
                <a:gd name="connsiteX0" fmla="*/ 0 w 1118263"/>
                <a:gd name="connsiteY0" fmla="*/ 0 h 782784"/>
                <a:gd name="connsiteX1" fmla="*/ 726871 w 1118263"/>
                <a:gd name="connsiteY1" fmla="*/ 0 h 782784"/>
                <a:gd name="connsiteX2" fmla="*/ 1118263 w 1118263"/>
                <a:gd name="connsiteY2" fmla="*/ 391392 h 782784"/>
                <a:gd name="connsiteX3" fmla="*/ 726871 w 1118263"/>
                <a:gd name="connsiteY3" fmla="*/ 782784 h 782784"/>
                <a:gd name="connsiteX4" fmla="*/ 0 w 1118263"/>
                <a:gd name="connsiteY4" fmla="*/ 782784 h 782784"/>
                <a:gd name="connsiteX5" fmla="*/ 391392 w 1118263"/>
                <a:gd name="connsiteY5" fmla="*/ 391392 h 782784"/>
                <a:gd name="connsiteX6" fmla="*/ 0 w 1118263"/>
                <a:gd name="connsiteY6" fmla="*/ 0 h 782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8263" h="782784">
                  <a:moveTo>
                    <a:pt x="1118262" y="0"/>
                  </a:moveTo>
                  <a:lnTo>
                    <a:pt x="1118262" y="508810"/>
                  </a:lnTo>
                  <a:lnTo>
                    <a:pt x="559132" y="782784"/>
                  </a:lnTo>
                  <a:lnTo>
                    <a:pt x="1" y="508810"/>
                  </a:lnTo>
                  <a:lnTo>
                    <a:pt x="1" y="0"/>
                  </a:lnTo>
                  <a:lnTo>
                    <a:pt x="559132" y="273974"/>
                  </a:lnTo>
                  <a:lnTo>
                    <a:pt x="1118262" y="0"/>
                  </a:lnTo>
                  <a:close/>
                </a:path>
              </a:pathLst>
            </a:custGeom>
          </p:spPr>
          <p:style>
            <a:lnRef idx="2">
              <a:schemeClr val="accent3">
                <a:hueOff val="11624607"/>
                <a:satOff val="-37145"/>
                <a:lumOff val="-9412"/>
                <a:alphaOff val="0"/>
              </a:schemeClr>
            </a:lnRef>
            <a:fillRef idx="1">
              <a:schemeClr val="accent3">
                <a:hueOff val="11624607"/>
                <a:satOff val="-37145"/>
                <a:lumOff val="-9412"/>
                <a:alphaOff val="0"/>
              </a:schemeClr>
            </a:fillRef>
            <a:effectRef idx="0">
              <a:schemeClr val="accent3">
                <a:hueOff val="11624607"/>
                <a:satOff val="-37145"/>
                <a:lumOff val="-9412"/>
                <a:alphaOff val="0"/>
              </a:schemeClr>
            </a:effectRef>
            <a:fontRef idx="minor">
              <a:schemeClr val="lt1"/>
            </a:fontRef>
          </p:style>
          <p:txBody>
            <a:bodyPr spcFirstLastPara="0" vert="horz" wrap="square" lIns="14606" tIns="405997" rIns="14605" bIns="405998" numCol="1" spcCol="1270" anchor="ctr" anchorCtr="0">
              <a:noAutofit/>
            </a:bodyPr>
            <a:lstStyle/>
            <a:p>
              <a:pPr marL="0" lvl="0" indent="0" algn="ctr" defTabSz="1022350">
                <a:lnSpc>
                  <a:spcPct val="90000"/>
                </a:lnSpc>
                <a:spcBef>
                  <a:spcPct val="0"/>
                </a:spcBef>
                <a:spcAft>
                  <a:spcPct val="35000"/>
                </a:spcAft>
                <a:buNone/>
              </a:pPr>
              <a:r>
                <a:rPr lang="en-US" sz="2300" dirty="0"/>
                <a:t>4</a:t>
              </a:r>
              <a:endParaRPr lang="en-US" sz="2300" kern="1200" dirty="0"/>
            </a:p>
          </p:txBody>
        </p:sp>
        <p:sp>
          <p:nvSpPr>
            <p:cNvPr id="13" name="Freeform: Shape 12">
              <a:extLst>
                <a:ext uri="{FF2B5EF4-FFF2-40B4-BE49-F238E27FC236}">
                  <a16:creationId xmlns:a16="http://schemas.microsoft.com/office/drawing/2014/main" id="{0FB37D0C-2F97-F56B-E762-735C59295421}"/>
                </a:ext>
              </a:extLst>
            </p:cNvPr>
            <p:cNvSpPr/>
            <p:nvPr/>
          </p:nvSpPr>
          <p:spPr>
            <a:xfrm>
              <a:off x="2916384" y="5390879"/>
              <a:ext cx="7774183" cy="726872"/>
            </a:xfrm>
            <a:custGeom>
              <a:avLst/>
              <a:gdLst>
                <a:gd name="connsiteX0" fmla="*/ 121148 w 726871"/>
                <a:gd name="connsiteY0" fmla="*/ 0 h 7774182"/>
                <a:gd name="connsiteX1" fmla="*/ 605723 w 726871"/>
                <a:gd name="connsiteY1" fmla="*/ 0 h 7774182"/>
                <a:gd name="connsiteX2" fmla="*/ 726871 w 726871"/>
                <a:gd name="connsiteY2" fmla="*/ 121148 h 7774182"/>
                <a:gd name="connsiteX3" fmla="*/ 726871 w 726871"/>
                <a:gd name="connsiteY3" fmla="*/ 7774182 h 7774182"/>
                <a:gd name="connsiteX4" fmla="*/ 726871 w 726871"/>
                <a:gd name="connsiteY4" fmla="*/ 7774182 h 7774182"/>
                <a:gd name="connsiteX5" fmla="*/ 0 w 726871"/>
                <a:gd name="connsiteY5" fmla="*/ 7774182 h 7774182"/>
                <a:gd name="connsiteX6" fmla="*/ 0 w 726871"/>
                <a:gd name="connsiteY6" fmla="*/ 7774182 h 7774182"/>
                <a:gd name="connsiteX7" fmla="*/ 0 w 726871"/>
                <a:gd name="connsiteY7" fmla="*/ 121148 h 7774182"/>
                <a:gd name="connsiteX8" fmla="*/ 121148 w 726871"/>
                <a:gd name="connsiteY8" fmla="*/ 0 h 7774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6871" h="7774182">
                  <a:moveTo>
                    <a:pt x="726871" y="1295731"/>
                  </a:moveTo>
                  <a:lnTo>
                    <a:pt x="726871" y="6478451"/>
                  </a:lnTo>
                  <a:cubicBezTo>
                    <a:pt x="726871" y="7194059"/>
                    <a:pt x="721800" y="7774177"/>
                    <a:pt x="715544" y="7774177"/>
                  </a:cubicBezTo>
                  <a:lnTo>
                    <a:pt x="0" y="7774177"/>
                  </a:lnTo>
                  <a:lnTo>
                    <a:pt x="0" y="7774177"/>
                  </a:lnTo>
                  <a:lnTo>
                    <a:pt x="0" y="5"/>
                  </a:lnTo>
                  <a:lnTo>
                    <a:pt x="0" y="5"/>
                  </a:lnTo>
                  <a:lnTo>
                    <a:pt x="715544" y="5"/>
                  </a:lnTo>
                  <a:cubicBezTo>
                    <a:pt x="721800" y="5"/>
                    <a:pt x="726871" y="580123"/>
                    <a:pt x="726871" y="1295731"/>
                  </a:cubicBezTo>
                  <a:close/>
                </a:path>
              </a:pathLst>
            </a:custGeom>
          </p:spPr>
          <p:style>
            <a:lnRef idx="2">
              <a:schemeClr val="accent3">
                <a:hueOff val="11624607"/>
                <a:satOff val="-37145"/>
                <a:lumOff val="-941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56033" tIns="58344" rIns="58343" bIns="58343" numCol="1" spcCol="1270" anchor="ctr" anchorCtr="0">
              <a:noAutofit/>
            </a:bodyPr>
            <a:lstStyle/>
            <a:p>
              <a:pPr marL="285750" lvl="1" indent="-285750" algn="l" defTabSz="1600200">
                <a:lnSpc>
                  <a:spcPct val="90000"/>
                </a:lnSpc>
                <a:spcBef>
                  <a:spcPct val="0"/>
                </a:spcBef>
                <a:spcAft>
                  <a:spcPct val="15000"/>
                </a:spcAft>
                <a:buChar char="•"/>
              </a:pPr>
              <a:r>
                <a:rPr lang="en-US" sz="3600" kern="1200" dirty="0" err="1">
                  <a:latin typeface="Times New Roman" panose="02020603050405020304" pitchFamily="18" charset="0"/>
                  <a:cs typeface="Times New Roman" panose="02020603050405020304" pitchFamily="18" charset="0"/>
                </a:rPr>
                <a:t>Kết</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luận</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và</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hướng</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phát</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triển</a:t>
              </a:r>
              <a:endParaRPr lang="en-US" sz="3600" kern="12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837084038"/>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1. TỔNG QUAN ĐỀ TÀI</a:t>
            </a:r>
          </a:p>
        </p:txBody>
      </p:sp>
      <p:graphicFrame>
        <p:nvGraphicFramePr>
          <p:cNvPr id="4" name="Diagram 3">
            <a:extLst>
              <a:ext uri="{FF2B5EF4-FFF2-40B4-BE49-F238E27FC236}">
                <a16:creationId xmlns:a16="http://schemas.microsoft.com/office/drawing/2014/main" id="{9C07DCF4-DBF5-1334-11CC-A28B792E224C}"/>
              </a:ext>
            </a:extLst>
          </p:cNvPr>
          <p:cNvGraphicFramePr/>
          <p:nvPr>
            <p:extLst>
              <p:ext uri="{D42A27DB-BD31-4B8C-83A1-F6EECF244321}">
                <p14:modId xmlns:p14="http://schemas.microsoft.com/office/powerpoint/2010/main" val="2263759806"/>
              </p:ext>
            </p:extLst>
          </p:nvPr>
        </p:nvGraphicFramePr>
        <p:xfrm>
          <a:off x="1138759" y="1957874"/>
          <a:ext cx="10524081" cy="57569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95462020"/>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1. TỔNG QUAN ĐỀ TÀI</a:t>
            </a:r>
            <a:endParaRPr lang="en-US" sz="4000" dirty="0">
              <a:solidFill>
                <a:schemeClr val="tx1"/>
              </a:solidFill>
              <a:latin typeface="Times New Roman" panose="02020603050405020304" pitchFamily="18" charset="0"/>
              <a:cs typeface="Times New Roman" panose="02020603050405020304" pitchFamily="18" charset="0"/>
            </a:endParaRPr>
          </a:p>
        </p:txBody>
      </p:sp>
      <p:grpSp>
        <p:nvGrpSpPr>
          <p:cNvPr id="8" name="Group 7"/>
          <p:cNvGrpSpPr/>
          <p:nvPr/>
        </p:nvGrpSpPr>
        <p:grpSpPr>
          <a:xfrm>
            <a:off x="562832" y="3164616"/>
            <a:ext cx="3363608" cy="3281708"/>
            <a:chOff x="8958533" y="3072284"/>
            <a:chExt cx="3709140" cy="3294913"/>
          </a:xfrm>
        </p:grpSpPr>
        <p:pic>
          <p:nvPicPr>
            <p:cNvPr id="1030" name="Picture 6" descr="Bài 2: Xu hướng toàn cầu hóa, khu vực hóa kinh tế | Địa lí 11 trang 10 -  Tech12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58533" y="3072284"/>
              <a:ext cx="3709140" cy="2523744"/>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8958533" y="5905532"/>
              <a:ext cx="3259743"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Xu </a:t>
              </a:r>
              <a:r>
                <a:rPr lang="en-US" sz="2400" dirty="0" err="1">
                  <a:latin typeface="Times New Roman" panose="02020603050405020304" pitchFamily="18" charset="0"/>
                  <a:cs typeface="Times New Roman" panose="02020603050405020304" pitchFamily="18" charset="0"/>
                </a:rPr>
                <a:t>hướng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cầu</a:t>
              </a:r>
              <a:endParaRPr lang="en-US" sz="2400" dirty="0">
                <a:latin typeface="Times New Roman" panose="02020603050405020304" pitchFamily="18" charset="0"/>
                <a:cs typeface="Times New Roman" panose="02020603050405020304" pitchFamily="18" charset="0"/>
              </a:endParaRPr>
            </a:p>
          </p:txBody>
        </p:sp>
      </p:grpSp>
      <p:sp>
        <p:nvSpPr>
          <p:cNvPr id="11" name="Rectangle 10"/>
          <p:cNvSpPr/>
          <p:nvPr/>
        </p:nvSpPr>
        <p:spPr>
          <a:xfrm>
            <a:off x="1128879" y="1966848"/>
            <a:ext cx="2920992" cy="579967"/>
          </a:xfrm>
          <a:prstGeom prst="rect">
            <a:avLst/>
          </a:prstGeom>
        </p:spPr>
        <p:txBody>
          <a:bodyPr wrap="none">
            <a:spAutoFit/>
          </a:bodyPr>
          <a:lstStyle/>
          <a:p>
            <a:pPr marL="457200" indent="-457200">
              <a:lnSpc>
                <a:spcPct val="150000"/>
              </a:lnSpc>
              <a:buFont typeface="Wingdings" pitchFamily="2" charset="2"/>
              <a:buChar char="q"/>
            </a:pPr>
            <a:r>
              <a:rPr lang="en-US" sz="2400" b="1" dirty="0" err="1">
                <a:latin typeface="Times New Roman" panose="02020603050405020304" pitchFamily="18" charset="0"/>
                <a:cs typeface="Times New Roman" panose="02020603050405020304" pitchFamily="18" charset="0"/>
              </a:rPr>
              <a:t>Lý</a:t>
            </a:r>
            <a:r>
              <a:rPr lang="en-US" sz="2400" b="1" dirty="0">
                <a:latin typeface="Times New Roman" panose="02020603050405020304" pitchFamily="18" charset="0"/>
                <a:cs typeface="Times New Roman" panose="02020603050405020304" pitchFamily="18" charset="0"/>
              </a:rPr>
              <a:t> do </a:t>
            </a:r>
            <a:r>
              <a:rPr lang="en-US" sz="2400" b="1" dirty="0" err="1">
                <a:latin typeface="Times New Roman" panose="02020603050405020304" pitchFamily="18" charset="0"/>
                <a:cs typeface="Times New Roman" panose="02020603050405020304" pitchFamily="18" charset="0"/>
              </a:rPr>
              <a:t>chọn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đề</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tài</a:t>
            </a:r>
            <a:endParaRPr lang="en-US" sz="2400"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89A3188E-9A41-C937-DF5C-2DE8EDFA3273}"/>
              </a:ext>
            </a:extLst>
          </p:cNvPr>
          <p:cNvSpPr txBox="1"/>
          <p:nvPr/>
        </p:nvSpPr>
        <p:spPr>
          <a:xfrm>
            <a:off x="4374698" y="6003292"/>
            <a:ext cx="2956075" cy="459815"/>
          </a:xfrm>
          <a:prstGeom prst="rect">
            <a:avLst/>
          </a:prstGeom>
          <a:noFill/>
        </p:spPr>
        <p:txBody>
          <a:bodyPr wrap="square" rtlCol="0">
            <a:spAutoFit/>
          </a:bodyPr>
          <a:lstStyle/>
          <a:p>
            <a:pPr algn="ctr"/>
            <a:r>
              <a:rPr lang="en-US" sz="2400">
                <a:latin typeface="Times New Roman" panose="02020603050405020304" pitchFamily="18" charset="0"/>
                <a:cs typeface="Times New Roman" panose="02020603050405020304" pitchFamily="18" charset="0"/>
              </a:rPr>
              <a:t>Tối ưu hóa quản lý</a:t>
            </a:r>
            <a:endParaRPr lang="en-US" sz="2400" dirty="0">
              <a:latin typeface="Times New Roman" panose="02020603050405020304" pitchFamily="18" charset="0"/>
              <a:cs typeface="Times New Roman" panose="02020603050405020304" pitchFamily="18" charset="0"/>
            </a:endParaRPr>
          </a:p>
        </p:txBody>
      </p:sp>
      <p:pic>
        <p:nvPicPr>
          <p:cNvPr id="16" name="Picture 2" descr="Smart Classroom Management System">
            <a:extLst>
              <a:ext uri="{FF2B5EF4-FFF2-40B4-BE49-F238E27FC236}">
                <a16:creationId xmlns:a16="http://schemas.microsoft.com/office/drawing/2014/main" id="{3F823AB3-F3EC-0669-5FA5-17C1174C58B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18994" y="3066466"/>
            <a:ext cx="2611779" cy="261177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08 Phần mềm quản lý lớp học thông minh tốt nhất hiện nay">
            <a:extLst>
              <a:ext uri="{FF2B5EF4-FFF2-40B4-BE49-F238E27FC236}">
                <a16:creationId xmlns:a16="http://schemas.microsoft.com/office/drawing/2014/main" id="{FC9B4313-5D5D-AE27-7048-00CC50130F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40387" y="3000723"/>
            <a:ext cx="3167183" cy="2841416"/>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A8A79E63-F2BA-1070-50B6-C09DE39A324D}"/>
              </a:ext>
            </a:extLst>
          </p:cNvPr>
          <p:cNvSpPr txBox="1"/>
          <p:nvPr/>
        </p:nvSpPr>
        <p:spPr>
          <a:xfrm>
            <a:off x="8186564" y="6003292"/>
            <a:ext cx="4169773" cy="461665"/>
          </a:xfrm>
          <a:prstGeom prst="rect">
            <a:avLst/>
          </a:prstGeom>
          <a:noFill/>
        </p:spPr>
        <p:txBody>
          <a:bodyPr wrap="square" rtlCol="0">
            <a:spAutoFit/>
          </a:bodyPr>
          <a:lstStyle/>
          <a:p>
            <a:pPr algn="ctr"/>
            <a:r>
              <a:rPr lang="en-US" sz="2400">
                <a:latin typeface="Times New Roman" panose="02020603050405020304" pitchFamily="18" charset="0"/>
                <a:cs typeface="Times New Roman" panose="02020603050405020304" pitchFamily="18" charset="0"/>
              </a:rPr>
              <a:t>Tiết kệm thời gian và nguồn lực</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786536"/>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1. TỔNG QUAN ĐỀ TÀI</a:t>
            </a:r>
          </a:p>
        </p:txBody>
      </p:sp>
      <p:sp>
        <p:nvSpPr>
          <p:cNvPr id="2" name="TextBox 1"/>
          <p:cNvSpPr txBox="1"/>
          <p:nvPr/>
        </p:nvSpPr>
        <p:spPr>
          <a:xfrm>
            <a:off x="1137403" y="1971744"/>
            <a:ext cx="3863148" cy="661207"/>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2800" b="1" dirty="0" err="1">
                <a:latin typeface="Times New Roman" panose="02020603050405020304" pitchFamily="18" charset="0"/>
                <a:cs typeface="Times New Roman" panose="02020603050405020304" pitchFamily="18" charset="0"/>
              </a:rPr>
              <a:t>Mục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tiêu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nghiên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cứu</a:t>
            </a:r>
            <a:endParaRPr lang="en-US" sz="2800" b="1" dirty="0">
              <a:latin typeface="Times New Roman" panose="02020603050405020304" pitchFamily="18" charset="0"/>
              <a:cs typeface="Times New Roman" panose="02020603050405020304" pitchFamily="18" charset="0"/>
            </a:endParaRPr>
          </a:p>
        </p:txBody>
      </p:sp>
      <p:pic>
        <p:nvPicPr>
          <p:cNvPr id="19" name="Graphic 18" descr="Research">
            <a:extLst>
              <a:ext uri="{FF2B5EF4-FFF2-40B4-BE49-F238E27FC236}">
                <a16:creationId xmlns:a16="http://schemas.microsoft.com/office/drawing/2014/main" id="{4DB0DBD8-F5A3-7D2C-AC78-E11CD5D4B90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94514" y="2015931"/>
            <a:ext cx="705394" cy="705394"/>
          </a:xfrm>
          <a:prstGeom prst="rect">
            <a:avLst/>
          </a:prstGeom>
        </p:spPr>
      </p:pic>
      <p:graphicFrame>
        <p:nvGraphicFramePr>
          <p:cNvPr id="30" name="Diagram 29">
            <a:extLst>
              <a:ext uri="{FF2B5EF4-FFF2-40B4-BE49-F238E27FC236}">
                <a16:creationId xmlns:a16="http://schemas.microsoft.com/office/drawing/2014/main" id="{62D35C31-1873-7200-581F-E2AFFE1B7F94}"/>
              </a:ext>
            </a:extLst>
          </p:cNvPr>
          <p:cNvGraphicFramePr/>
          <p:nvPr>
            <p:extLst>
              <p:ext uri="{D42A27DB-BD31-4B8C-83A1-F6EECF244321}">
                <p14:modId xmlns:p14="http://schemas.microsoft.com/office/powerpoint/2010/main" val="3205618380"/>
              </p:ext>
            </p:extLst>
          </p:nvPr>
        </p:nvGraphicFramePr>
        <p:xfrm>
          <a:off x="1802674" y="3233472"/>
          <a:ext cx="9485595" cy="367678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54598937"/>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1. TỔNG QUAN ĐỀ TÀI</a:t>
            </a:r>
          </a:p>
        </p:txBody>
      </p:sp>
      <p:sp>
        <p:nvSpPr>
          <p:cNvPr id="2" name="TextBox 1"/>
          <p:cNvSpPr txBox="1"/>
          <p:nvPr/>
        </p:nvSpPr>
        <p:spPr>
          <a:xfrm>
            <a:off x="0" y="4611190"/>
            <a:ext cx="4151477" cy="661207"/>
          </a:xfrm>
          <a:prstGeom prst="rect">
            <a:avLst/>
          </a:prstGeom>
          <a:noFill/>
        </p:spPr>
        <p:txBody>
          <a:bodyPr wrap="square" rtlCol="0">
            <a:spAutoFit/>
          </a:bodyPr>
          <a:lstStyle/>
          <a:p>
            <a:pPr marL="457200" indent="-457200" algn="ctr">
              <a:lnSpc>
                <a:spcPct val="150000"/>
              </a:lnSpc>
              <a:buFont typeface="Wingdings" panose="05000000000000000000" pitchFamily="2" charset="2"/>
              <a:buChar char="Ø"/>
            </a:pPr>
            <a:r>
              <a:rPr lang="en-US" sz="2800" b="1" dirty="0" err="1">
                <a:latin typeface="Times New Roman" panose="02020603050405020304" pitchFamily="18" charset="0"/>
                <a:cs typeface="Times New Roman" panose="02020603050405020304" pitchFamily="18" charset="0"/>
              </a:rPr>
              <a:t>Đối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tượng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nghiên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cứu</a:t>
            </a:r>
            <a:endParaRPr lang="en-US" sz="2800" b="1" dirty="0">
              <a:latin typeface="Times New Roman" panose="02020603050405020304" pitchFamily="18" charset="0"/>
              <a:cs typeface="Times New Roman" panose="02020603050405020304" pitchFamily="18" charset="0"/>
            </a:endParaRPr>
          </a:p>
        </p:txBody>
      </p:sp>
      <p:graphicFrame>
        <p:nvGraphicFramePr>
          <p:cNvPr id="4" name="Diagram 3">
            <a:extLst>
              <a:ext uri="{FF2B5EF4-FFF2-40B4-BE49-F238E27FC236}">
                <a16:creationId xmlns:a16="http://schemas.microsoft.com/office/drawing/2014/main" id="{B936F772-2637-2AA5-886F-FDAD76EB6889}"/>
              </a:ext>
            </a:extLst>
          </p:cNvPr>
          <p:cNvGraphicFramePr/>
          <p:nvPr>
            <p:extLst>
              <p:ext uri="{D42A27DB-BD31-4B8C-83A1-F6EECF244321}">
                <p14:modId xmlns:p14="http://schemas.microsoft.com/office/powerpoint/2010/main" val="2740820906"/>
              </p:ext>
            </p:extLst>
          </p:nvPr>
        </p:nvGraphicFramePr>
        <p:xfrm>
          <a:off x="4398219" y="2235200"/>
          <a:ext cx="7866352" cy="54796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19048631"/>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02080" y="514745"/>
            <a:ext cx="9586189" cy="900666"/>
          </a:xfrm>
        </p:spPr>
        <p:txBody>
          <a:bodyPr vert="horz" lIns="100950" tIns="50475" rIns="100950" bIns="50475" anchor="t">
            <a:normAutofit/>
          </a:bodyPr>
          <a:lstStyle/>
          <a:p>
            <a:pPr latinLnBrk="1"/>
            <a:r>
              <a:rPr lang="en-US"/>
              <a:t>2. THIẾT KẾ HỆ THỐNG</a:t>
            </a:r>
          </a:p>
        </p:txBody>
      </p:sp>
      <p:pic>
        <p:nvPicPr>
          <p:cNvPr id="5" name="Picture 4">
            <a:extLst>
              <a:ext uri="{FF2B5EF4-FFF2-40B4-BE49-F238E27FC236}">
                <a16:creationId xmlns:a16="http://schemas.microsoft.com/office/drawing/2014/main" id="{58BAFA08-39D5-4AFA-8A21-C38E41168515}"/>
              </a:ext>
            </a:extLst>
          </p:cNvPr>
          <p:cNvPicPr>
            <a:picLocks noChangeAspect="1"/>
          </p:cNvPicPr>
          <p:nvPr/>
        </p:nvPicPr>
        <p:blipFill>
          <a:blip r:embed="rId3"/>
          <a:stretch>
            <a:fillRect/>
          </a:stretch>
        </p:blipFill>
        <p:spPr>
          <a:xfrm>
            <a:off x="150506" y="2802959"/>
            <a:ext cx="12304823" cy="4522024"/>
          </a:xfrm>
          <a:prstGeom prst="rect">
            <a:avLst/>
          </a:prstGeom>
          <a:noFill/>
        </p:spPr>
      </p:pic>
      <p:sp>
        <p:nvSpPr>
          <p:cNvPr id="4" name="TextBox 3">
            <a:extLst>
              <a:ext uri="{FF2B5EF4-FFF2-40B4-BE49-F238E27FC236}">
                <a16:creationId xmlns:a16="http://schemas.microsoft.com/office/drawing/2014/main" id="{D797D882-CDD5-5C46-14A1-6D3FC1BA041D}"/>
              </a:ext>
            </a:extLst>
          </p:cNvPr>
          <p:cNvSpPr txBox="1"/>
          <p:nvPr/>
        </p:nvSpPr>
        <p:spPr>
          <a:xfrm>
            <a:off x="1087028" y="1812424"/>
            <a:ext cx="11523503" cy="685816"/>
          </a:xfrm>
          <a:prstGeom prst="rect">
            <a:avLst/>
          </a:prstGeom>
        </p:spPr>
        <p:txBody>
          <a:bodyPr vert="horz" lIns="100950" tIns="50475" rIns="100950" bIns="50475" rtlCol="0">
            <a:normAutofit/>
          </a:bodyPr>
          <a:lstStyle/>
          <a:p>
            <a:pPr marL="471087" indent="-471087" algn="just">
              <a:spcBef>
                <a:spcPts val="1030"/>
              </a:spcBef>
              <a:buClr>
                <a:schemeClr val="tx1"/>
              </a:buClr>
              <a:buSzPct val="75000"/>
            </a:pPr>
            <a:r>
              <a:rPr kumimoji="0" lang="en-US" sz="3800" b="1" u="sng" kern="1200">
                <a:latin typeface="Times New Roman" pitchFamily="18" charset="0"/>
                <a:ea typeface="+mn-ea"/>
                <a:cs typeface="Times New Roman" pitchFamily="18" charset="0"/>
              </a:rPr>
              <a:t>Sơ đồ khối hệ thống</a:t>
            </a:r>
          </a:p>
        </p:txBody>
      </p:sp>
    </p:spTree>
    <p:extLst>
      <p:ext uri="{BB962C8B-B14F-4D97-AF65-F5344CB8AC3E}">
        <p14:creationId xmlns:p14="http://schemas.microsoft.com/office/powerpoint/2010/main" val="4250492975"/>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solidFill>
                  <a:schemeClr val="tx1"/>
                </a:solidFill>
                <a:latin typeface="Times New Roman" panose="02020603050405020304" pitchFamily="18" charset="0"/>
                <a:cs typeface="Times New Roman" panose="02020603050405020304" pitchFamily="18" charset="0"/>
              </a:rPr>
              <a:t>2</a:t>
            </a:r>
            <a:r>
              <a:rPr lang="en-US" sz="4000">
                <a:solidFill>
                  <a:schemeClr val="tx1"/>
                </a:solidFill>
                <a:latin typeface="Times New Roman" panose="02020603050405020304" pitchFamily="18" charset="0"/>
                <a:cs typeface="Times New Roman" panose="02020603050405020304" pitchFamily="18" charset="0"/>
              </a:rPr>
              <a:t>. </a:t>
            </a:r>
            <a:r>
              <a:rPr lang="en-US" sz="4000" dirty="0">
                <a:solidFill>
                  <a:schemeClr val="tx1"/>
                </a:solidFill>
                <a:latin typeface="Times New Roman" panose="02020603050405020304" pitchFamily="18" charset="0"/>
                <a:cs typeface="Times New Roman" panose="02020603050405020304" pitchFamily="18" charset="0"/>
              </a:rPr>
              <a:t>THIẾT </a:t>
            </a:r>
            <a:r>
              <a:rPr lang="en-US" sz="4000">
                <a:solidFill>
                  <a:schemeClr val="tx1"/>
                </a:solidFill>
                <a:latin typeface="Times New Roman" panose="02020603050405020304" pitchFamily="18" charset="0"/>
                <a:cs typeface="Times New Roman" panose="02020603050405020304" pitchFamily="18" charset="0"/>
              </a:rPr>
              <a:t>KẾ PHẦN CỨNG</a:t>
            </a:r>
            <a:endParaRPr lang="en-US" sz="4000" dirty="0">
              <a:solidFill>
                <a:schemeClr val="tx1"/>
              </a:solidFill>
              <a:latin typeface="Times New Roman" panose="02020603050405020304" pitchFamily="18" charset="0"/>
              <a:cs typeface="Times New Roman" panose="02020603050405020304" pitchFamily="18" charset="0"/>
            </a:endParaRPr>
          </a:p>
        </p:txBody>
      </p:sp>
      <p:grpSp>
        <p:nvGrpSpPr>
          <p:cNvPr id="3081" name="Group 3080">
            <a:extLst>
              <a:ext uri="{FF2B5EF4-FFF2-40B4-BE49-F238E27FC236}">
                <a16:creationId xmlns:a16="http://schemas.microsoft.com/office/drawing/2014/main" id="{A7BEFADB-C339-348A-F925-BC20807319DD}"/>
              </a:ext>
            </a:extLst>
          </p:cNvPr>
          <p:cNvGrpSpPr/>
          <p:nvPr/>
        </p:nvGrpSpPr>
        <p:grpSpPr>
          <a:xfrm>
            <a:off x="636129" y="2096685"/>
            <a:ext cx="11329448" cy="2488642"/>
            <a:chOff x="636129" y="2096684"/>
            <a:chExt cx="11812774" cy="2912123"/>
          </a:xfrm>
        </p:grpSpPr>
        <p:grpSp>
          <p:nvGrpSpPr>
            <p:cNvPr id="8" name="Group 33">
              <a:extLst>
                <a:ext uri="{FF2B5EF4-FFF2-40B4-BE49-F238E27FC236}">
                  <a16:creationId xmlns:a16="http://schemas.microsoft.com/office/drawing/2014/main" id="{155F0E38-AD5B-8F37-CCCF-748D18B5A394}"/>
                </a:ext>
              </a:extLst>
            </p:cNvPr>
            <p:cNvGrpSpPr/>
            <p:nvPr/>
          </p:nvGrpSpPr>
          <p:grpSpPr>
            <a:xfrm>
              <a:off x="6703657" y="2111914"/>
              <a:ext cx="2913785" cy="2896893"/>
              <a:chOff x="0" y="0"/>
              <a:chExt cx="5863109" cy="6633581"/>
            </a:xfrm>
          </p:grpSpPr>
          <p:sp>
            <p:nvSpPr>
              <p:cNvPr id="9" name="Freeform 34">
                <a:extLst>
                  <a:ext uri="{FF2B5EF4-FFF2-40B4-BE49-F238E27FC236}">
                    <a16:creationId xmlns:a16="http://schemas.microsoft.com/office/drawing/2014/main" id="{C57547B0-0592-9EB1-19C9-AA301FA3A814}"/>
                  </a:ext>
                </a:extLst>
              </p:cNvPr>
              <p:cNvSpPr/>
              <p:nvPr/>
            </p:nvSpPr>
            <p:spPr>
              <a:xfrm>
                <a:off x="31750" y="31750"/>
                <a:ext cx="5799609" cy="6570081"/>
              </a:xfrm>
              <a:custGeom>
                <a:avLst/>
                <a:gdLst/>
                <a:ahLst/>
                <a:cxnLst/>
                <a:rect l="l" t="t" r="r" b="b"/>
                <a:pathLst>
                  <a:path w="5799609" h="6570081">
                    <a:moveTo>
                      <a:pt x="5706899" y="6570081"/>
                    </a:moveTo>
                    <a:lnTo>
                      <a:pt x="92710" y="6570081"/>
                    </a:lnTo>
                    <a:cubicBezTo>
                      <a:pt x="41910" y="6570081"/>
                      <a:pt x="0" y="6528171"/>
                      <a:pt x="0" y="6477371"/>
                    </a:cubicBezTo>
                    <a:lnTo>
                      <a:pt x="0" y="92710"/>
                    </a:lnTo>
                    <a:cubicBezTo>
                      <a:pt x="0" y="41910"/>
                      <a:pt x="41910" y="0"/>
                      <a:pt x="92710" y="0"/>
                    </a:cubicBezTo>
                    <a:lnTo>
                      <a:pt x="5705629" y="0"/>
                    </a:lnTo>
                    <a:cubicBezTo>
                      <a:pt x="5756429" y="0"/>
                      <a:pt x="5798339" y="41910"/>
                      <a:pt x="5798339" y="92710"/>
                    </a:cubicBezTo>
                    <a:lnTo>
                      <a:pt x="5798339" y="6476101"/>
                    </a:lnTo>
                    <a:cubicBezTo>
                      <a:pt x="5799609" y="6528171"/>
                      <a:pt x="5757699" y="6570081"/>
                      <a:pt x="5706899" y="6570081"/>
                    </a:cubicBezTo>
                    <a:close/>
                  </a:path>
                </a:pathLst>
              </a:custGeom>
              <a:solidFill>
                <a:srgbClr val="FFFFFF"/>
              </a:solidFill>
            </p:spPr>
          </p:sp>
          <p:sp>
            <p:nvSpPr>
              <p:cNvPr id="10" name="Freeform 35">
                <a:extLst>
                  <a:ext uri="{FF2B5EF4-FFF2-40B4-BE49-F238E27FC236}">
                    <a16:creationId xmlns:a16="http://schemas.microsoft.com/office/drawing/2014/main" id="{49192570-6D83-B1B8-3EAB-7237A9B69490}"/>
                  </a:ext>
                </a:extLst>
              </p:cNvPr>
              <p:cNvSpPr/>
              <p:nvPr/>
            </p:nvSpPr>
            <p:spPr>
              <a:xfrm>
                <a:off x="0" y="0"/>
                <a:ext cx="5863109" cy="6633581"/>
              </a:xfrm>
              <a:custGeom>
                <a:avLst/>
                <a:gdLst/>
                <a:ahLst/>
                <a:cxnLst/>
                <a:rect l="l" t="t" r="r" b="b"/>
                <a:pathLst>
                  <a:path w="5863109" h="6633581">
                    <a:moveTo>
                      <a:pt x="5738649" y="59690"/>
                    </a:moveTo>
                    <a:cubicBezTo>
                      <a:pt x="5774209" y="59690"/>
                      <a:pt x="5803419" y="88900"/>
                      <a:pt x="5803419" y="124460"/>
                    </a:cubicBezTo>
                    <a:lnTo>
                      <a:pt x="5803419" y="6509121"/>
                    </a:lnTo>
                    <a:cubicBezTo>
                      <a:pt x="5803419" y="6544681"/>
                      <a:pt x="5774209" y="6573891"/>
                      <a:pt x="5738649" y="6573891"/>
                    </a:cubicBezTo>
                    <a:lnTo>
                      <a:pt x="124460" y="6573891"/>
                    </a:lnTo>
                    <a:cubicBezTo>
                      <a:pt x="88900" y="6573891"/>
                      <a:pt x="59690" y="6544681"/>
                      <a:pt x="59690" y="6509121"/>
                    </a:cubicBezTo>
                    <a:lnTo>
                      <a:pt x="59690" y="124460"/>
                    </a:lnTo>
                    <a:cubicBezTo>
                      <a:pt x="59690" y="88900"/>
                      <a:pt x="88900" y="59690"/>
                      <a:pt x="124460" y="59690"/>
                    </a:cubicBezTo>
                    <a:lnTo>
                      <a:pt x="5738649" y="59690"/>
                    </a:lnTo>
                    <a:moveTo>
                      <a:pt x="5738649" y="0"/>
                    </a:moveTo>
                    <a:lnTo>
                      <a:pt x="124460" y="0"/>
                    </a:lnTo>
                    <a:cubicBezTo>
                      <a:pt x="55880" y="0"/>
                      <a:pt x="0" y="55880"/>
                      <a:pt x="0" y="124460"/>
                    </a:cubicBezTo>
                    <a:lnTo>
                      <a:pt x="0" y="6509121"/>
                    </a:lnTo>
                    <a:cubicBezTo>
                      <a:pt x="0" y="6577701"/>
                      <a:pt x="55880" y="6633581"/>
                      <a:pt x="124460" y="6633581"/>
                    </a:cubicBezTo>
                    <a:lnTo>
                      <a:pt x="5738649" y="6633581"/>
                    </a:lnTo>
                    <a:cubicBezTo>
                      <a:pt x="5807229" y="6633581"/>
                      <a:pt x="5863109" y="6577701"/>
                      <a:pt x="5863109" y="6509121"/>
                    </a:cubicBezTo>
                    <a:lnTo>
                      <a:pt x="5863109" y="124460"/>
                    </a:lnTo>
                    <a:cubicBezTo>
                      <a:pt x="5863109" y="55880"/>
                      <a:pt x="5807229" y="0"/>
                      <a:pt x="5738649" y="0"/>
                    </a:cubicBezTo>
                    <a:close/>
                  </a:path>
                </a:pathLst>
              </a:custGeom>
              <a:solidFill>
                <a:srgbClr val="191919"/>
              </a:solidFill>
            </p:spPr>
          </p:sp>
        </p:grpSp>
        <p:grpSp>
          <p:nvGrpSpPr>
            <p:cNvPr id="13" name="Group 33">
              <a:extLst>
                <a:ext uri="{FF2B5EF4-FFF2-40B4-BE49-F238E27FC236}">
                  <a16:creationId xmlns:a16="http://schemas.microsoft.com/office/drawing/2014/main" id="{050F5CD5-522C-B250-409A-9D719B99761F}"/>
                </a:ext>
              </a:extLst>
            </p:cNvPr>
            <p:cNvGrpSpPr/>
            <p:nvPr/>
          </p:nvGrpSpPr>
          <p:grpSpPr>
            <a:xfrm>
              <a:off x="636129" y="2096684"/>
              <a:ext cx="2730907" cy="2896893"/>
              <a:chOff x="0" y="0"/>
              <a:chExt cx="5863109" cy="6633581"/>
            </a:xfrm>
          </p:grpSpPr>
          <p:sp>
            <p:nvSpPr>
              <p:cNvPr id="14" name="Freeform 34">
                <a:extLst>
                  <a:ext uri="{FF2B5EF4-FFF2-40B4-BE49-F238E27FC236}">
                    <a16:creationId xmlns:a16="http://schemas.microsoft.com/office/drawing/2014/main" id="{8D90CC43-6AFC-82B0-6C6F-FBC9A8265763}"/>
                  </a:ext>
                </a:extLst>
              </p:cNvPr>
              <p:cNvSpPr/>
              <p:nvPr/>
            </p:nvSpPr>
            <p:spPr>
              <a:xfrm>
                <a:off x="31750" y="31750"/>
                <a:ext cx="5799609" cy="6570081"/>
              </a:xfrm>
              <a:custGeom>
                <a:avLst/>
                <a:gdLst/>
                <a:ahLst/>
                <a:cxnLst/>
                <a:rect l="l" t="t" r="r" b="b"/>
                <a:pathLst>
                  <a:path w="5799609" h="6570081">
                    <a:moveTo>
                      <a:pt x="5706899" y="6570081"/>
                    </a:moveTo>
                    <a:lnTo>
                      <a:pt x="92710" y="6570081"/>
                    </a:lnTo>
                    <a:cubicBezTo>
                      <a:pt x="41910" y="6570081"/>
                      <a:pt x="0" y="6528171"/>
                      <a:pt x="0" y="6477371"/>
                    </a:cubicBezTo>
                    <a:lnTo>
                      <a:pt x="0" y="92710"/>
                    </a:lnTo>
                    <a:cubicBezTo>
                      <a:pt x="0" y="41910"/>
                      <a:pt x="41910" y="0"/>
                      <a:pt x="92710" y="0"/>
                    </a:cubicBezTo>
                    <a:lnTo>
                      <a:pt x="5705629" y="0"/>
                    </a:lnTo>
                    <a:cubicBezTo>
                      <a:pt x="5756429" y="0"/>
                      <a:pt x="5798339" y="41910"/>
                      <a:pt x="5798339" y="92710"/>
                    </a:cubicBezTo>
                    <a:lnTo>
                      <a:pt x="5798339" y="6476101"/>
                    </a:lnTo>
                    <a:cubicBezTo>
                      <a:pt x="5799609" y="6528171"/>
                      <a:pt x="5757699" y="6570081"/>
                      <a:pt x="5706899" y="6570081"/>
                    </a:cubicBezTo>
                    <a:close/>
                  </a:path>
                </a:pathLst>
              </a:custGeom>
              <a:solidFill>
                <a:srgbClr val="FFFFFF"/>
              </a:solidFill>
            </p:spPr>
          </p:sp>
          <p:sp>
            <p:nvSpPr>
              <p:cNvPr id="15" name="Freeform 35">
                <a:extLst>
                  <a:ext uri="{FF2B5EF4-FFF2-40B4-BE49-F238E27FC236}">
                    <a16:creationId xmlns:a16="http://schemas.microsoft.com/office/drawing/2014/main" id="{FF6A75E4-8FF1-6596-5FE9-02829285F5C2}"/>
                  </a:ext>
                </a:extLst>
              </p:cNvPr>
              <p:cNvSpPr/>
              <p:nvPr/>
            </p:nvSpPr>
            <p:spPr>
              <a:xfrm>
                <a:off x="0" y="0"/>
                <a:ext cx="5863109" cy="6633581"/>
              </a:xfrm>
              <a:custGeom>
                <a:avLst/>
                <a:gdLst/>
                <a:ahLst/>
                <a:cxnLst/>
                <a:rect l="l" t="t" r="r" b="b"/>
                <a:pathLst>
                  <a:path w="5863109" h="6633581">
                    <a:moveTo>
                      <a:pt x="5738649" y="59690"/>
                    </a:moveTo>
                    <a:cubicBezTo>
                      <a:pt x="5774209" y="59690"/>
                      <a:pt x="5803419" y="88900"/>
                      <a:pt x="5803419" y="124460"/>
                    </a:cubicBezTo>
                    <a:lnTo>
                      <a:pt x="5803419" y="6509121"/>
                    </a:lnTo>
                    <a:cubicBezTo>
                      <a:pt x="5803419" y="6544681"/>
                      <a:pt x="5774209" y="6573891"/>
                      <a:pt x="5738649" y="6573891"/>
                    </a:cubicBezTo>
                    <a:lnTo>
                      <a:pt x="124460" y="6573891"/>
                    </a:lnTo>
                    <a:cubicBezTo>
                      <a:pt x="88900" y="6573891"/>
                      <a:pt x="59690" y="6544681"/>
                      <a:pt x="59690" y="6509121"/>
                    </a:cubicBezTo>
                    <a:lnTo>
                      <a:pt x="59690" y="124460"/>
                    </a:lnTo>
                    <a:cubicBezTo>
                      <a:pt x="59690" y="88900"/>
                      <a:pt x="88900" y="59690"/>
                      <a:pt x="124460" y="59690"/>
                    </a:cubicBezTo>
                    <a:lnTo>
                      <a:pt x="5738649" y="59690"/>
                    </a:lnTo>
                    <a:moveTo>
                      <a:pt x="5738649" y="0"/>
                    </a:moveTo>
                    <a:lnTo>
                      <a:pt x="124460" y="0"/>
                    </a:lnTo>
                    <a:cubicBezTo>
                      <a:pt x="55880" y="0"/>
                      <a:pt x="0" y="55880"/>
                      <a:pt x="0" y="124460"/>
                    </a:cubicBezTo>
                    <a:lnTo>
                      <a:pt x="0" y="6509121"/>
                    </a:lnTo>
                    <a:cubicBezTo>
                      <a:pt x="0" y="6577701"/>
                      <a:pt x="55880" y="6633581"/>
                      <a:pt x="124460" y="6633581"/>
                    </a:cubicBezTo>
                    <a:lnTo>
                      <a:pt x="5738649" y="6633581"/>
                    </a:lnTo>
                    <a:cubicBezTo>
                      <a:pt x="5807229" y="6633581"/>
                      <a:pt x="5863109" y="6577701"/>
                      <a:pt x="5863109" y="6509121"/>
                    </a:cubicBezTo>
                    <a:lnTo>
                      <a:pt x="5863109" y="124460"/>
                    </a:lnTo>
                    <a:cubicBezTo>
                      <a:pt x="5863109" y="55880"/>
                      <a:pt x="5807229" y="0"/>
                      <a:pt x="5738649" y="0"/>
                    </a:cubicBezTo>
                    <a:close/>
                  </a:path>
                </a:pathLst>
              </a:custGeom>
              <a:solidFill>
                <a:srgbClr val="191919"/>
              </a:solidFill>
            </p:spPr>
          </p:sp>
        </p:grpSp>
        <p:pic>
          <p:nvPicPr>
            <p:cNvPr id="18" name="Picture 17">
              <a:extLst>
                <a:ext uri="{FF2B5EF4-FFF2-40B4-BE49-F238E27FC236}">
                  <a16:creationId xmlns:a16="http://schemas.microsoft.com/office/drawing/2014/main" id="{82ACAB41-1B0B-B0FB-F68F-4DA3D264F6B6}"/>
                </a:ext>
              </a:extLst>
            </p:cNvPr>
            <p:cNvPicPr>
              <a:picLocks noChangeAspect="1"/>
            </p:cNvPicPr>
            <p:nvPr/>
          </p:nvPicPr>
          <p:blipFill>
            <a:blip r:embed="rId3"/>
            <a:stretch>
              <a:fillRect/>
            </a:stretch>
          </p:blipFill>
          <p:spPr>
            <a:xfrm>
              <a:off x="3669893" y="2098047"/>
              <a:ext cx="2730907" cy="2910760"/>
            </a:xfrm>
            <a:prstGeom prst="rect">
              <a:avLst/>
            </a:prstGeom>
          </p:spPr>
        </p:pic>
        <p:pic>
          <p:nvPicPr>
            <p:cNvPr id="3075" name="Picture 3074">
              <a:extLst>
                <a:ext uri="{FF2B5EF4-FFF2-40B4-BE49-F238E27FC236}">
                  <a16:creationId xmlns:a16="http://schemas.microsoft.com/office/drawing/2014/main" id="{49F89604-FE85-B083-ED3A-DC09D9F2329E}"/>
                </a:ext>
              </a:extLst>
            </p:cNvPr>
            <p:cNvPicPr>
              <a:picLocks noChangeAspect="1"/>
            </p:cNvPicPr>
            <p:nvPr/>
          </p:nvPicPr>
          <p:blipFill>
            <a:blip r:embed="rId3"/>
            <a:stretch>
              <a:fillRect/>
            </a:stretch>
          </p:blipFill>
          <p:spPr>
            <a:xfrm>
              <a:off x="9920299" y="2147068"/>
              <a:ext cx="2528604" cy="2860224"/>
            </a:xfrm>
            <a:prstGeom prst="rect">
              <a:avLst/>
            </a:prstGeom>
          </p:spPr>
        </p:pic>
      </p:grpSp>
      <p:grpSp>
        <p:nvGrpSpPr>
          <p:cNvPr id="3083" name="Group 3082">
            <a:extLst>
              <a:ext uri="{FF2B5EF4-FFF2-40B4-BE49-F238E27FC236}">
                <a16:creationId xmlns:a16="http://schemas.microsoft.com/office/drawing/2014/main" id="{059E3F56-620A-1D76-37D6-DCBA82E2A143}"/>
              </a:ext>
            </a:extLst>
          </p:cNvPr>
          <p:cNvGrpSpPr/>
          <p:nvPr/>
        </p:nvGrpSpPr>
        <p:grpSpPr>
          <a:xfrm>
            <a:off x="2672402" y="5100023"/>
            <a:ext cx="7418949" cy="2496781"/>
            <a:chOff x="461442" y="5226214"/>
            <a:chExt cx="7418949" cy="2496781"/>
          </a:xfrm>
        </p:grpSpPr>
        <p:pic>
          <p:nvPicPr>
            <p:cNvPr id="21" name="Picture 20">
              <a:extLst>
                <a:ext uri="{FF2B5EF4-FFF2-40B4-BE49-F238E27FC236}">
                  <a16:creationId xmlns:a16="http://schemas.microsoft.com/office/drawing/2014/main" id="{D3040076-5C17-68D3-D32A-1F1351ECF22F}"/>
                </a:ext>
              </a:extLst>
            </p:cNvPr>
            <p:cNvPicPr>
              <a:picLocks noChangeAspect="1"/>
            </p:cNvPicPr>
            <p:nvPr/>
          </p:nvPicPr>
          <p:blipFill>
            <a:blip r:embed="rId3"/>
            <a:stretch>
              <a:fillRect/>
            </a:stretch>
          </p:blipFill>
          <p:spPr>
            <a:xfrm>
              <a:off x="461442" y="5226214"/>
              <a:ext cx="2158440" cy="2488641"/>
            </a:xfrm>
            <a:prstGeom prst="rect">
              <a:avLst/>
            </a:prstGeom>
          </p:spPr>
        </p:pic>
        <p:pic>
          <p:nvPicPr>
            <p:cNvPr id="24" name="Picture 23">
              <a:extLst>
                <a:ext uri="{FF2B5EF4-FFF2-40B4-BE49-F238E27FC236}">
                  <a16:creationId xmlns:a16="http://schemas.microsoft.com/office/drawing/2014/main" id="{AA38A52A-55E6-E933-624C-06EDB9CF027F}"/>
                </a:ext>
              </a:extLst>
            </p:cNvPr>
            <p:cNvPicPr>
              <a:picLocks noChangeAspect="1"/>
            </p:cNvPicPr>
            <p:nvPr/>
          </p:nvPicPr>
          <p:blipFill>
            <a:blip r:embed="rId3"/>
            <a:stretch>
              <a:fillRect/>
            </a:stretch>
          </p:blipFill>
          <p:spPr>
            <a:xfrm>
              <a:off x="3003875" y="5226214"/>
              <a:ext cx="2174482" cy="2488641"/>
            </a:xfrm>
            <a:prstGeom prst="rect">
              <a:avLst/>
            </a:prstGeom>
          </p:spPr>
        </p:pic>
        <p:pic>
          <p:nvPicPr>
            <p:cNvPr id="27" name="Picture 26">
              <a:extLst>
                <a:ext uri="{FF2B5EF4-FFF2-40B4-BE49-F238E27FC236}">
                  <a16:creationId xmlns:a16="http://schemas.microsoft.com/office/drawing/2014/main" id="{CFEF608D-1C3D-CC25-012F-4C60F24BA4B7}"/>
                </a:ext>
              </a:extLst>
            </p:cNvPr>
            <p:cNvPicPr>
              <a:picLocks noChangeAspect="1"/>
            </p:cNvPicPr>
            <p:nvPr/>
          </p:nvPicPr>
          <p:blipFill>
            <a:blip r:embed="rId3"/>
            <a:stretch>
              <a:fillRect/>
            </a:stretch>
          </p:blipFill>
          <p:spPr>
            <a:xfrm>
              <a:off x="5721950" y="5234354"/>
              <a:ext cx="2158441" cy="2488641"/>
            </a:xfrm>
            <a:prstGeom prst="rect">
              <a:avLst/>
            </a:prstGeom>
          </p:spPr>
        </p:pic>
      </p:grpSp>
      <p:sp>
        <p:nvSpPr>
          <p:cNvPr id="3085" name="TextBox 3084">
            <a:extLst>
              <a:ext uri="{FF2B5EF4-FFF2-40B4-BE49-F238E27FC236}">
                <a16:creationId xmlns:a16="http://schemas.microsoft.com/office/drawing/2014/main" id="{35129111-6935-809B-4F94-B9AE8EDEB408}"/>
              </a:ext>
            </a:extLst>
          </p:cNvPr>
          <p:cNvSpPr txBox="1"/>
          <p:nvPr/>
        </p:nvSpPr>
        <p:spPr>
          <a:xfrm>
            <a:off x="941959" y="4601465"/>
            <a:ext cx="2340897" cy="400110"/>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ESP32 WROOM 32 </a:t>
            </a:r>
          </a:p>
        </p:txBody>
      </p:sp>
      <p:sp>
        <p:nvSpPr>
          <p:cNvPr id="3087" name="TextBox 3086">
            <a:extLst>
              <a:ext uri="{FF2B5EF4-FFF2-40B4-BE49-F238E27FC236}">
                <a16:creationId xmlns:a16="http://schemas.microsoft.com/office/drawing/2014/main" id="{0DE7594B-6590-DD98-A41E-E4AA3B7895DC}"/>
              </a:ext>
            </a:extLst>
          </p:cNvPr>
          <p:cNvSpPr txBox="1"/>
          <p:nvPr/>
        </p:nvSpPr>
        <p:spPr>
          <a:xfrm>
            <a:off x="3692203" y="4584032"/>
            <a:ext cx="2486578" cy="400110"/>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Module RFID RC522 </a:t>
            </a:r>
          </a:p>
        </p:txBody>
      </p:sp>
      <p:sp>
        <p:nvSpPr>
          <p:cNvPr id="3089" name="TextBox 3088">
            <a:extLst>
              <a:ext uri="{FF2B5EF4-FFF2-40B4-BE49-F238E27FC236}">
                <a16:creationId xmlns:a16="http://schemas.microsoft.com/office/drawing/2014/main" id="{5752A94A-5AE0-6533-B92F-16333F5ECBE3}"/>
              </a:ext>
            </a:extLst>
          </p:cNvPr>
          <p:cNvSpPr txBox="1"/>
          <p:nvPr/>
        </p:nvSpPr>
        <p:spPr>
          <a:xfrm>
            <a:off x="6640422" y="4584032"/>
            <a:ext cx="2385589" cy="400110"/>
          </a:xfrm>
          <a:prstGeom prst="rect">
            <a:avLst/>
          </a:prstGeom>
          <a:noFill/>
        </p:spPr>
        <p:txBody>
          <a:bodyPr wrap="none" rtlCol="0">
            <a:spAutoFit/>
          </a:bodyPr>
          <a:lstStyle/>
          <a:p>
            <a:r>
              <a:rPr lang="en-US" sz="2000" dirty="0">
                <a:effectLst/>
                <a:latin typeface="Times New Roman" panose="02020603050405020304" pitchFamily="18" charset="0"/>
                <a:ea typeface="Calibri" panose="020F0502020204030204" pitchFamily="34" charset="0"/>
                <a:cs typeface="Cordia New" panose="020B0304020202020204" pitchFamily="34" charset="-34"/>
              </a:rPr>
              <a:t>IC </a:t>
            </a:r>
            <a:r>
              <a:rPr lang="en-US" sz="2000" dirty="0" err="1">
                <a:effectLst/>
                <a:latin typeface="Times New Roman" panose="02020603050405020304" pitchFamily="18" charset="0"/>
                <a:ea typeface="Calibri" panose="020F0502020204030204" pitchFamily="34" charset="0"/>
                <a:cs typeface="Cordia New" panose="020B0304020202020204" pitchFamily="34" charset="-34"/>
              </a:rPr>
              <a:t>nguồn</a:t>
            </a:r>
            <a:r>
              <a:rPr lang="en-US" sz="2000" dirty="0">
                <a:effectLst/>
                <a:latin typeface="Times New Roman" panose="02020603050405020304" pitchFamily="18" charset="0"/>
                <a:ea typeface="Calibri" panose="020F0502020204030204" pitchFamily="34" charset="0"/>
                <a:cs typeface="Cordia New" panose="020B0304020202020204" pitchFamily="34" charset="-34"/>
              </a:rPr>
              <a:t> LM2576-5 </a:t>
            </a:r>
            <a:endParaRPr lang="en-US" dirty="0"/>
          </a:p>
        </p:txBody>
      </p:sp>
      <p:sp>
        <p:nvSpPr>
          <p:cNvPr id="3091" name="TextBox 3090">
            <a:extLst>
              <a:ext uri="{FF2B5EF4-FFF2-40B4-BE49-F238E27FC236}">
                <a16:creationId xmlns:a16="http://schemas.microsoft.com/office/drawing/2014/main" id="{7C3F369D-7E3D-E315-D0AD-A7AB3F25D27B}"/>
              </a:ext>
            </a:extLst>
          </p:cNvPr>
          <p:cNvSpPr txBox="1"/>
          <p:nvPr/>
        </p:nvSpPr>
        <p:spPr>
          <a:xfrm>
            <a:off x="8682328" y="4495318"/>
            <a:ext cx="3230500" cy="458074"/>
          </a:xfrm>
          <a:prstGeom prst="rect">
            <a:avLst/>
          </a:prstGeom>
          <a:noFill/>
        </p:spPr>
        <p:txBody>
          <a:bodyPr wrap="square" rtlCol="0">
            <a:spAutoFit/>
          </a:bodyPr>
          <a:lstStyle/>
          <a:p>
            <a:pPr marL="914400" lvl="2" algn="just">
              <a:lnSpc>
                <a:spcPct val="150000"/>
              </a:lnSpc>
            </a:pPr>
            <a:r>
              <a:rPr lang="en-US" sz="1800" dirty="0">
                <a:effectLst/>
                <a:latin typeface="Times New Roman" panose="02020603050405020304" pitchFamily="18" charset="0"/>
                <a:ea typeface="Times New Roman" panose="02020603050405020304" pitchFamily="18" charset="0"/>
                <a:cs typeface="Angsana New" panose="02020603050405020304" pitchFamily="18" charset="-34"/>
              </a:rPr>
              <a:t>IC </a:t>
            </a:r>
            <a:r>
              <a:rPr lang="en-US" sz="1800" dirty="0" err="1">
                <a:effectLst/>
                <a:latin typeface="Times New Roman" panose="02020603050405020304" pitchFamily="18" charset="0"/>
                <a:ea typeface="Times New Roman" panose="02020603050405020304" pitchFamily="18" charset="0"/>
                <a:cs typeface="Angsana New" panose="02020603050405020304" pitchFamily="18" charset="-34"/>
              </a:rPr>
              <a:t>nguồn</a:t>
            </a:r>
            <a:r>
              <a:rPr lang="en-US" sz="1800" dirty="0">
                <a:effectLst/>
                <a:latin typeface="Times New Roman" panose="02020603050405020304" pitchFamily="18" charset="0"/>
                <a:ea typeface="Times New Roman" panose="02020603050405020304" pitchFamily="18" charset="0"/>
                <a:cs typeface="Angsana New" panose="02020603050405020304" pitchFamily="18" charset="-34"/>
              </a:rPr>
              <a:t> LM1117-3.3</a:t>
            </a:r>
            <a:endParaRPr lang="en-GB" sz="18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p:sp>
        <p:nvSpPr>
          <p:cNvPr id="3093" name="TextBox 3092">
            <a:extLst>
              <a:ext uri="{FF2B5EF4-FFF2-40B4-BE49-F238E27FC236}">
                <a16:creationId xmlns:a16="http://schemas.microsoft.com/office/drawing/2014/main" id="{CA56ED1E-5974-C4E7-563E-78C4A712535A}"/>
              </a:ext>
            </a:extLst>
          </p:cNvPr>
          <p:cNvSpPr txBox="1"/>
          <p:nvPr/>
        </p:nvSpPr>
        <p:spPr>
          <a:xfrm>
            <a:off x="4694442" y="7596804"/>
            <a:ext cx="2355132" cy="498663"/>
          </a:xfrm>
          <a:prstGeom prst="rect">
            <a:avLst/>
          </a:prstGeom>
          <a:noFill/>
        </p:spPr>
        <p:txBody>
          <a:bodyPr wrap="none" rtlCol="0">
            <a:spAutoFit/>
          </a:bodyPr>
          <a:lstStyle/>
          <a:p>
            <a:pPr marL="914400" lvl="2" algn="just">
              <a:lnSpc>
                <a:spcPct val="150000"/>
              </a:lnSpc>
            </a:pPr>
            <a:r>
              <a:rPr lang="en-US" dirty="0">
                <a:effectLst/>
                <a:latin typeface="Times New Roman" panose="02020603050405020304" pitchFamily="18" charset="0"/>
                <a:ea typeface="Times New Roman" panose="02020603050405020304" pitchFamily="18" charset="0"/>
                <a:cs typeface="Angsana New" panose="02020603050405020304" pitchFamily="18" charset="-34"/>
              </a:rPr>
              <a:t>Keypad 4x4</a:t>
            </a:r>
            <a:endParaRPr lang="en-GB"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p:sp>
        <p:nvSpPr>
          <p:cNvPr id="3094" name="TextBox 3093">
            <a:extLst>
              <a:ext uri="{FF2B5EF4-FFF2-40B4-BE49-F238E27FC236}">
                <a16:creationId xmlns:a16="http://schemas.microsoft.com/office/drawing/2014/main" id="{F9A5A8F2-A8E7-7494-17A5-AF01F6430B09}"/>
              </a:ext>
            </a:extLst>
          </p:cNvPr>
          <p:cNvSpPr txBox="1"/>
          <p:nvPr/>
        </p:nvSpPr>
        <p:spPr>
          <a:xfrm>
            <a:off x="3131166" y="7726142"/>
            <a:ext cx="1160895" cy="400110"/>
          </a:xfrm>
          <a:prstGeom prst="rect">
            <a:avLst/>
          </a:prstGeom>
          <a:noFill/>
        </p:spPr>
        <p:txBody>
          <a:bodyPr wrap="none" rtlCol="0">
            <a:spAutoFit/>
          </a:bodyPr>
          <a:lstStyle/>
          <a:p>
            <a:r>
              <a:rPr lang="en-US" sz="2000" dirty="0">
                <a:effectLst/>
                <a:latin typeface="Times New Roman" panose="02020603050405020304" pitchFamily="18" charset="0"/>
                <a:ea typeface="Calibri" panose="020F0502020204030204" pitchFamily="34" charset="0"/>
                <a:cs typeface="Cordia New" panose="020B0304020202020204" pitchFamily="34" charset="-34"/>
              </a:rPr>
              <a:t>Relay 5V</a:t>
            </a:r>
            <a:endParaRPr lang="en-US" dirty="0"/>
          </a:p>
        </p:txBody>
      </p:sp>
      <p:sp>
        <p:nvSpPr>
          <p:cNvPr id="3095" name="TextBox 3094">
            <a:extLst>
              <a:ext uri="{FF2B5EF4-FFF2-40B4-BE49-F238E27FC236}">
                <a16:creationId xmlns:a16="http://schemas.microsoft.com/office/drawing/2014/main" id="{0566E441-3218-EA88-0B2D-3DD417DE38D7}"/>
              </a:ext>
            </a:extLst>
          </p:cNvPr>
          <p:cNvSpPr txBox="1"/>
          <p:nvPr/>
        </p:nvSpPr>
        <p:spPr>
          <a:xfrm>
            <a:off x="8333967" y="7701465"/>
            <a:ext cx="1276311" cy="400110"/>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LCD 16x2</a:t>
            </a:r>
          </a:p>
        </p:txBody>
      </p:sp>
      <p:pic>
        <p:nvPicPr>
          <p:cNvPr id="2" name="Picture 1">
            <a:extLst>
              <a:ext uri="{FF2B5EF4-FFF2-40B4-BE49-F238E27FC236}">
                <a16:creationId xmlns:a16="http://schemas.microsoft.com/office/drawing/2014/main" id="{4C179162-939E-44F5-B00B-E12D62E52BEE}"/>
              </a:ext>
            </a:extLst>
          </p:cNvPr>
          <p:cNvPicPr>
            <a:picLocks noChangeAspect="1"/>
          </p:cNvPicPr>
          <p:nvPr/>
        </p:nvPicPr>
        <p:blipFill>
          <a:blip r:embed="rId4"/>
          <a:stretch>
            <a:fillRect/>
          </a:stretch>
        </p:blipFill>
        <p:spPr>
          <a:xfrm>
            <a:off x="760259" y="2493156"/>
            <a:ext cx="2370907" cy="1461314"/>
          </a:xfrm>
          <a:prstGeom prst="rect">
            <a:avLst/>
          </a:prstGeom>
        </p:spPr>
      </p:pic>
      <p:pic>
        <p:nvPicPr>
          <p:cNvPr id="4" name="Picture 3">
            <a:extLst>
              <a:ext uri="{FF2B5EF4-FFF2-40B4-BE49-F238E27FC236}">
                <a16:creationId xmlns:a16="http://schemas.microsoft.com/office/drawing/2014/main" id="{1684FDE6-D625-4522-9649-701BAB1433B4}"/>
              </a:ext>
            </a:extLst>
          </p:cNvPr>
          <p:cNvPicPr>
            <a:picLocks noChangeAspect="1"/>
          </p:cNvPicPr>
          <p:nvPr/>
        </p:nvPicPr>
        <p:blipFill>
          <a:blip r:embed="rId5"/>
          <a:stretch>
            <a:fillRect/>
          </a:stretch>
        </p:blipFill>
        <p:spPr>
          <a:xfrm>
            <a:off x="3774125" y="2331791"/>
            <a:ext cx="2158441" cy="2019594"/>
          </a:xfrm>
          <a:prstGeom prst="rect">
            <a:avLst/>
          </a:prstGeom>
        </p:spPr>
      </p:pic>
      <p:pic>
        <p:nvPicPr>
          <p:cNvPr id="5" name="Picture 4">
            <a:extLst>
              <a:ext uri="{FF2B5EF4-FFF2-40B4-BE49-F238E27FC236}">
                <a16:creationId xmlns:a16="http://schemas.microsoft.com/office/drawing/2014/main" id="{B2E58CE3-10AC-4407-A7E4-D5988CD0E2A3}"/>
              </a:ext>
            </a:extLst>
          </p:cNvPr>
          <p:cNvPicPr>
            <a:picLocks noChangeAspect="1"/>
          </p:cNvPicPr>
          <p:nvPr/>
        </p:nvPicPr>
        <p:blipFill>
          <a:blip r:embed="rId6"/>
          <a:stretch>
            <a:fillRect/>
          </a:stretch>
        </p:blipFill>
        <p:spPr>
          <a:xfrm>
            <a:off x="6692681" y="2480929"/>
            <a:ext cx="2205853" cy="1707138"/>
          </a:xfrm>
          <a:prstGeom prst="rect">
            <a:avLst/>
          </a:prstGeom>
        </p:spPr>
      </p:pic>
      <p:pic>
        <p:nvPicPr>
          <p:cNvPr id="6" name="Picture 5">
            <a:extLst>
              <a:ext uri="{FF2B5EF4-FFF2-40B4-BE49-F238E27FC236}">
                <a16:creationId xmlns:a16="http://schemas.microsoft.com/office/drawing/2014/main" id="{0F45A7D4-52A6-49C2-BA2F-30CD6DA5965F}"/>
              </a:ext>
            </a:extLst>
          </p:cNvPr>
          <p:cNvPicPr>
            <a:picLocks noChangeAspect="1"/>
          </p:cNvPicPr>
          <p:nvPr/>
        </p:nvPicPr>
        <p:blipFill>
          <a:blip r:embed="rId7"/>
          <a:stretch>
            <a:fillRect/>
          </a:stretch>
        </p:blipFill>
        <p:spPr>
          <a:xfrm>
            <a:off x="9678867" y="2480929"/>
            <a:ext cx="2148274" cy="1784160"/>
          </a:xfrm>
          <a:prstGeom prst="rect">
            <a:avLst/>
          </a:prstGeom>
        </p:spPr>
      </p:pic>
      <p:pic>
        <p:nvPicPr>
          <p:cNvPr id="7" name="Picture 6">
            <a:extLst>
              <a:ext uri="{FF2B5EF4-FFF2-40B4-BE49-F238E27FC236}">
                <a16:creationId xmlns:a16="http://schemas.microsoft.com/office/drawing/2014/main" id="{00D1DB2B-3F0A-46FE-9AD1-E6951FD24D1D}"/>
              </a:ext>
            </a:extLst>
          </p:cNvPr>
          <p:cNvPicPr>
            <a:picLocks noChangeAspect="1"/>
          </p:cNvPicPr>
          <p:nvPr/>
        </p:nvPicPr>
        <p:blipFill>
          <a:blip r:embed="rId8"/>
          <a:stretch>
            <a:fillRect/>
          </a:stretch>
        </p:blipFill>
        <p:spPr>
          <a:xfrm>
            <a:off x="2826610" y="5422180"/>
            <a:ext cx="1867832" cy="1860606"/>
          </a:xfrm>
          <a:prstGeom prst="rect">
            <a:avLst/>
          </a:prstGeom>
        </p:spPr>
      </p:pic>
      <p:pic>
        <p:nvPicPr>
          <p:cNvPr id="17" name="Picture 16">
            <a:extLst>
              <a:ext uri="{FF2B5EF4-FFF2-40B4-BE49-F238E27FC236}">
                <a16:creationId xmlns:a16="http://schemas.microsoft.com/office/drawing/2014/main" id="{694EC910-D176-4043-8AD9-E845AA744113}"/>
              </a:ext>
            </a:extLst>
          </p:cNvPr>
          <p:cNvPicPr>
            <a:picLocks noChangeAspect="1"/>
          </p:cNvPicPr>
          <p:nvPr/>
        </p:nvPicPr>
        <p:blipFill>
          <a:blip r:embed="rId9"/>
          <a:stretch>
            <a:fillRect/>
          </a:stretch>
        </p:blipFill>
        <p:spPr>
          <a:xfrm>
            <a:off x="5311598" y="5360368"/>
            <a:ext cx="1922552" cy="1998384"/>
          </a:xfrm>
          <a:prstGeom prst="rect">
            <a:avLst/>
          </a:prstGeom>
        </p:spPr>
      </p:pic>
      <p:pic>
        <p:nvPicPr>
          <p:cNvPr id="20" name="Picture 19">
            <a:extLst>
              <a:ext uri="{FF2B5EF4-FFF2-40B4-BE49-F238E27FC236}">
                <a16:creationId xmlns:a16="http://schemas.microsoft.com/office/drawing/2014/main" id="{886B8F96-89AA-4080-ADA4-AEC2F3C970C3}"/>
              </a:ext>
            </a:extLst>
          </p:cNvPr>
          <p:cNvPicPr>
            <a:picLocks noChangeAspect="1"/>
          </p:cNvPicPr>
          <p:nvPr/>
        </p:nvPicPr>
        <p:blipFill>
          <a:blip r:embed="rId10"/>
          <a:stretch>
            <a:fillRect/>
          </a:stretch>
        </p:blipFill>
        <p:spPr>
          <a:xfrm>
            <a:off x="8006885" y="5602395"/>
            <a:ext cx="2019702" cy="1344020"/>
          </a:xfrm>
          <a:prstGeom prst="rect">
            <a:avLst/>
          </a:prstGeom>
        </p:spPr>
      </p:pic>
    </p:spTree>
    <p:extLst>
      <p:ext uri="{BB962C8B-B14F-4D97-AF65-F5344CB8AC3E}">
        <p14:creationId xmlns:p14="http://schemas.microsoft.com/office/powerpoint/2010/main" val="3213943553"/>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a:solidFill>
                  <a:schemeClr val="tx1"/>
                </a:solidFill>
                <a:latin typeface="Times New Roman" panose="02020603050405020304" pitchFamily="18" charset="0"/>
                <a:cs typeface="Times New Roman" panose="02020603050405020304" pitchFamily="18" charset="0"/>
              </a:rPr>
              <a:t>2. THIẾT KẾ PHẦN CỨNG</a:t>
            </a:r>
            <a:endParaRPr lang="en-US" sz="4000" dirty="0">
              <a:solidFill>
                <a:schemeClr val="tx1"/>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0" y="3834633"/>
            <a:ext cx="1651671" cy="1307537"/>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Sơ đồ </a:t>
            </a:r>
          </a:p>
          <a:p>
            <a:pPr>
              <a:lnSpc>
                <a:spcPct val="150000"/>
              </a:lnSpc>
            </a:pPr>
            <a:r>
              <a:rPr lang="en-US" sz="2800">
                <a:latin typeface="Times New Roman" panose="02020603050405020304" pitchFamily="18" charset="0"/>
                <a:cs typeface="Times New Roman" panose="02020603050405020304" pitchFamily="18" charset="0"/>
              </a:rPr>
              <a:t>nguyên lý</a:t>
            </a:r>
            <a:endParaRPr lang="en-US" sz="28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A942500-CCC0-40B8-BE6C-37110FFF5A63}"/>
              </a:ext>
            </a:extLst>
          </p:cNvPr>
          <p:cNvPicPr>
            <a:picLocks noChangeAspect="1"/>
          </p:cNvPicPr>
          <p:nvPr/>
        </p:nvPicPr>
        <p:blipFill>
          <a:blip r:embed="rId3"/>
          <a:stretch>
            <a:fillRect/>
          </a:stretch>
        </p:blipFill>
        <p:spPr>
          <a:xfrm>
            <a:off x="1531952" y="2193771"/>
            <a:ext cx="11269648" cy="5896798"/>
          </a:xfrm>
          <a:prstGeom prst="rect">
            <a:avLst/>
          </a:prstGeom>
        </p:spPr>
      </p:pic>
    </p:spTree>
    <p:extLst>
      <p:ext uri="{BB962C8B-B14F-4D97-AF65-F5344CB8AC3E}">
        <p14:creationId xmlns:p14="http://schemas.microsoft.com/office/powerpoint/2010/main" val="683806628"/>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solidFill>
                  <a:schemeClr val="tx1"/>
                </a:solidFill>
                <a:latin typeface="Times New Roman" panose="02020603050405020304" pitchFamily="18" charset="0"/>
                <a:cs typeface="Times New Roman" panose="02020603050405020304" pitchFamily="18" charset="0"/>
              </a:rPr>
              <a:t>2</a:t>
            </a:r>
            <a:r>
              <a:rPr lang="en-US" sz="4000">
                <a:solidFill>
                  <a:schemeClr val="tx1"/>
                </a:solidFill>
                <a:latin typeface="Times New Roman" panose="02020603050405020304" pitchFamily="18" charset="0"/>
                <a:cs typeface="Times New Roman" panose="02020603050405020304" pitchFamily="18" charset="0"/>
              </a:rPr>
              <a:t>. </a:t>
            </a:r>
            <a:r>
              <a:rPr lang="en-US" sz="4000" dirty="0">
                <a:solidFill>
                  <a:schemeClr val="tx1"/>
                </a:solidFill>
                <a:latin typeface="Times New Roman" panose="02020603050405020304" pitchFamily="18" charset="0"/>
                <a:cs typeface="Times New Roman" panose="02020603050405020304" pitchFamily="18" charset="0"/>
              </a:rPr>
              <a:t>THIẾT </a:t>
            </a:r>
            <a:r>
              <a:rPr lang="en-US" sz="4000">
                <a:solidFill>
                  <a:schemeClr val="tx1"/>
                </a:solidFill>
                <a:latin typeface="Times New Roman" panose="02020603050405020304" pitchFamily="18" charset="0"/>
                <a:cs typeface="Times New Roman" panose="02020603050405020304" pitchFamily="18" charset="0"/>
              </a:rPr>
              <a:t>KẾ PHẦN CỨNG</a:t>
            </a:r>
            <a:endParaRPr lang="en-US" sz="4000" dirty="0">
              <a:solidFill>
                <a:schemeClr val="tx1"/>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1416131" y="1769633"/>
            <a:ext cx="6764004" cy="661207"/>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2800" dirty="0" err="1">
                <a:latin typeface="Times New Roman" panose="02020603050405020304" pitchFamily="18" charset="0"/>
                <a:cs typeface="Times New Roman" panose="02020603050405020304" pitchFamily="18" charset="0"/>
              </a:rPr>
              <a:t>Khối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nguồn</a:t>
            </a:r>
            <a:endParaRPr lang="en-US" sz="28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379F1BBA-66BC-FD3B-9AC4-DC5226B9B2CA}"/>
              </a:ext>
            </a:extLst>
          </p:cNvPr>
          <p:cNvSpPr txBox="1"/>
          <p:nvPr/>
        </p:nvSpPr>
        <p:spPr>
          <a:xfrm>
            <a:off x="2021639" y="5895177"/>
            <a:ext cx="8947069" cy="1692771"/>
          </a:xfrm>
          <a:prstGeom prst="rect">
            <a:avLst/>
          </a:prstGeom>
          <a:noFill/>
        </p:spPr>
        <p:txBody>
          <a:bodyPr wrap="square" rtlCol="0">
            <a:spAutoFit/>
          </a:bodyPr>
          <a:lstStyle/>
          <a:p>
            <a:r>
              <a:rPr lang="en-US" sz="2600" dirty="0" err="1">
                <a:latin typeface="Times New Roman" panose="02020603050405020304" pitchFamily="18" charset="0"/>
                <a:ea typeface="Calibri" panose="020F0502020204030204" pitchFamily="34" charset="0"/>
              </a:rPr>
              <a:t>Khối</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nguồn</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sử</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dụng</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điện</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áp</a:t>
            </a:r>
            <a:r>
              <a:rPr lang="en-US" sz="2600" dirty="0">
                <a:latin typeface="Times New Roman" panose="02020603050405020304" pitchFamily="18" charset="0"/>
                <a:ea typeface="Calibri" panose="020F0502020204030204" pitchFamily="34" charset="0"/>
              </a:rPr>
              <a:t> 12V </a:t>
            </a:r>
            <a:r>
              <a:rPr lang="en-US" sz="2600" dirty="0" err="1">
                <a:latin typeface="Times New Roman" panose="02020603050405020304" pitchFamily="18" charset="0"/>
                <a:ea typeface="Calibri" panose="020F0502020204030204" pitchFamily="34" charset="0"/>
              </a:rPr>
              <a:t>từ</a:t>
            </a:r>
            <a:r>
              <a:rPr lang="en-US" sz="2600" dirty="0">
                <a:latin typeface="Times New Roman" panose="02020603050405020304" pitchFamily="18" charset="0"/>
                <a:ea typeface="Calibri" panose="020F0502020204030204" pitchFamily="34" charset="0"/>
              </a:rPr>
              <a:t> Adapter Input: 220V AC - Output: 12V DC </a:t>
            </a:r>
            <a:r>
              <a:rPr lang="en-US" sz="2600" dirty="0" err="1">
                <a:latin typeface="Times New Roman" panose="02020603050405020304" pitchFamily="18" charset="0"/>
                <a:ea typeface="Calibri" panose="020F0502020204030204" pitchFamily="34" charset="0"/>
              </a:rPr>
              <a:t>rồi</a:t>
            </a:r>
            <a:r>
              <a:rPr lang="en-US" sz="2600" dirty="0">
                <a:latin typeface="Times New Roman" panose="02020603050405020304" pitchFamily="18" charset="0"/>
                <a:ea typeface="Calibri" panose="020F0502020204030204" pitchFamily="34" charset="0"/>
              </a:rPr>
              <a:t> qua LM 2576 </a:t>
            </a:r>
            <a:r>
              <a:rPr lang="en-US" sz="2600" dirty="0" err="1">
                <a:latin typeface="Times New Roman" panose="02020603050405020304" pitchFamily="18" charset="0"/>
                <a:ea typeface="Calibri" panose="020F0502020204030204" pitchFamily="34" charset="0"/>
              </a:rPr>
              <a:t>hạ</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điện</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áp</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từ</a:t>
            </a:r>
            <a:r>
              <a:rPr lang="en-US" sz="2600" dirty="0">
                <a:latin typeface="Times New Roman" panose="02020603050405020304" pitchFamily="18" charset="0"/>
                <a:ea typeface="Calibri" panose="020F0502020204030204" pitchFamily="34" charset="0"/>
              </a:rPr>
              <a:t> 12V </a:t>
            </a:r>
            <a:r>
              <a:rPr lang="en-US" sz="2600" dirty="0" err="1">
                <a:latin typeface="Times New Roman" panose="02020603050405020304" pitchFamily="18" charset="0"/>
                <a:ea typeface="Calibri" panose="020F0502020204030204" pitchFamily="34" charset="0"/>
              </a:rPr>
              <a:t>thành</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nguồn</a:t>
            </a:r>
            <a:r>
              <a:rPr lang="en-US" sz="2600" dirty="0">
                <a:latin typeface="Times New Roman" panose="02020603050405020304" pitchFamily="18" charset="0"/>
                <a:ea typeface="Calibri" panose="020F0502020204030204" pitchFamily="34" charset="0"/>
              </a:rPr>
              <a:t> 5V </a:t>
            </a:r>
            <a:r>
              <a:rPr lang="en-US" sz="2600" dirty="0" err="1">
                <a:latin typeface="Times New Roman" panose="02020603050405020304" pitchFamily="18" charset="0"/>
                <a:ea typeface="Calibri" panose="020F0502020204030204" pitchFamily="34" charset="0"/>
              </a:rPr>
              <a:t>ổn</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định</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và</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cung</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cấp</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cho</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các</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khối</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và</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sử</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dụng</a:t>
            </a:r>
            <a:r>
              <a:rPr lang="en-US" sz="2600" dirty="0">
                <a:latin typeface="Times New Roman" panose="02020603050405020304" pitchFamily="18" charset="0"/>
                <a:ea typeface="Calibri" panose="020F0502020204030204" pitchFamily="34" charset="0"/>
              </a:rPr>
              <a:t> IC1117 </a:t>
            </a:r>
            <a:r>
              <a:rPr lang="en-US" sz="2600" dirty="0" err="1">
                <a:latin typeface="Times New Roman" panose="02020603050405020304" pitchFamily="18" charset="0"/>
                <a:ea typeface="Calibri" panose="020F0502020204030204" pitchFamily="34" charset="0"/>
              </a:rPr>
              <a:t>hạ</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áp</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xuống</a:t>
            </a:r>
            <a:r>
              <a:rPr lang="en-US" sz="2600" dirty="0">
                <a:latin typeface="Times New Roman" panose="02020603050405020304" pitchFamily="18" charset="0"/>
                <a:ea typeface="Calibri" panose="020F0502020204030204" pitchFamily="34" charset="0"/>
              </a:rPr>
              <a:t> 3.3V </a:t>
            </a:r>
            <a:r>
              <a:rPr lang="en-US" sz="2600" dirty="0" err="1">
                <a:latin typeface="Times New Roman" panose="02020603050405020304" pitchFamily="18" charset="0"/>
                <a:ea typeface="Calibri" panose="020F0502020204030204" pitchFamily="34" charset="0"/>
              </a:rPr>
              <a:t>cung</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cấp</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cho</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các</a:t>
            </a:r>
            <a:r>
              <a:rPr lang="en-US" sz="2600" dirty="0">
                <a:latin typeface="Times New Roman" panose="02020603050405020304" pitchFamily="18" charset="0"/>
                <a:ea typeface="Calibri" panose="020F0502020204030204" pitchFamily="34" charset="0"/>
              </a:rPr>
              <a:t> </a:t>
            </a:r>
            <a:r>
              <a:rPr lang="en-US" sz="2600" dirty="0" err="1">
                <a:latin typeface="Times New Roman" panose="02020603050405020304" pitchFamily="18" charset="0"/>
                <a:ea typeface="Calibri" panose="020F0502020204030204" pitchFamily="34" charset="0"/>
              </a:rPr>
              <a:t>khối</a:t>
            </a:r>
            <a:r>
              <a:rPr lang="en-US" sz="2600" dirty="0">
                <a:latin typeface="Times New Roman" panose="02020603050405020304" pitchFamily="18" charset="0"/>
                <a:ea typeface="Calibri" panose="020F0502020204030204" pitchFamily="34" charset="0"/>
              </a:rPr>
              <a:t>.</a:t>
            </a:r>
            <a:endParaRPr lang="en-US" sz="2600" dirty="0"/>
          </a:p>
        </p:txBody>
      </p:sp>
      <p:pic>
        <p:nvPicPr>
          <p:cNvPr id="2" name="Picture 1">
            <a:extLst>
              <a:ext uri="{FF2B5EF4-FFF2-40B4-BE49-F238E27FC236}">
                <a16:creationId xmlns:a16="http://schemas.microsoft.com/office/drawing/2014/main" id="{C30913BE-1273-4897-B2C4-2A67D722702E}"/>
              </a:ext>
            </a:extLst>
          </p:cNvPr>
          <p:cNvPicPr>
            <a:picLocks noChangeAspect="1"/>
          </p:cNvPicPr>
          <p:nvPr/>
        </p:nvPicPr>
        <p:blipFill>
          <a:blip r:embed="rId3"/>
          <a:stretch>
            <a:fillRect/>
          </a:stretch>
        </p:blipFill>
        <p:spPr>
          <a:xfrm>
            <a:off x="3365499" y="2649231"/>
            <a:ext cx="6259348" cy="2931137"/>
          </a:xfrm>
          <a:prstGeom prst="rect">
            <a:avLst/>
          </a:prstGeom>
        </p:spPr>
      </p:pic>
    </p:spTree>
    <p:extLst>
      <p:ext uri="{BB962C8B-B14F-4D97-AF65-F5344CB8AC3E}">
        <p14:creationId xmlns:p14="http://schemas.microsoft.com/office/powerpoint/2010/main" val="532346587"/>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solidFill>
                  <a:schemeClr val="tx1"/>
                </a:solidFill>
                <a:latin typeface="Times New Roman" panose="02020603050405020304" pitchFamily="18" charset="0"/>
                <a:cs typeface="Times New Roman" panose="02020603050405020304" pitchFamily="18" charset="0"/>
              </a:rPr>
              <a:t>2. THIẾT KẾ PHẦN CỨNG</a:t>
            </a:r>
          </a:p>
        </p:txBody>
      </p:sp>
      <p:sp>
        <p:nvSpPr>
          <p:cNvPr id="6" name="TextBox 5"/>
          <p:cNvSpPr txBox="1"/>
          <p:nvPr/>
        </p:nvSpPr>
        <p:spPr>
          <a:xfrm>
            <a:off x="1335416" y="1769633"/>
            <a:ext cx="6764004" cy="661207"/>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2800" dirty="0" err="1">
                <a:latin typeface="Times New Roman" panose="02020603050405020304" pitchFamily="18" charset="0"/>
                <a:cs typeface="Times New Roman" panose="02020603050405020304" pitchFamily="18" charset="0"/>
              </a:rPr>
              <a:t>Khối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điều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khiển</a:t>
            </a:r>
            <a:endParaRPr lang="en-US" sz="28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43D5F3A-C751-83BA-3675-DD7353DA601A}"/>
              </a:ext>
            </a:extLst>
          </p:cNvPr>
          <p:cNvSpPr txBox="1"/>
          <p:nvPr/>
        </p:nvSpPr>
        <p:spPr>
          <a:xfrm>
            <a:off x="7812157" y="1888435"/>
            <a:ext cx="6764004" cy="661207"/>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2800" dirty="0" err="1">
                <a:latin typeface="Times New Roman" panose="02020603050405020304" pitchFamily="18" charset="0"/>
                <a:cs typeface="Times New Roman" panose="02020603050405020304" pitchFamily="18" charset="0"/>
              </a:rPr>
              <a:t>Khối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đầu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vào</a:t>
            </a:r>
            <a:endParaRPr lang="en-US" sz="28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8AFAD821-E2D9-4D9D-A013-992F975FD9CB}"/>
              </a:ext>
            </a:extLst>
          </p:cNvPr>
          <p:cNvPicPr>
            <a:picLocks noChangeAspect="1"/>
          </p:cNvPicPr>
          <p:nvPr/>
        </p:nvPicPr>
        <p:blipFill>
          <a:blip r:embed="rId3"/>
          <a:stretch>
            <a:fillRect/>
          </a:stretch>
        </p:blipFill>
        <p:spPr>
          <a:xfrm>
            <a:off x="822477" y="3217412"/>
            <a:ext cx="5578323" cy="4157832"/>
          </a:xfrm>
          <a:prstGeom prst="rect">
            <a:avLst/>
          </a:prstGeom>
        </p:spPr>
      </p:pic>
      <p:pic>
        <p:nvPicPr>
          <p:cNvPr id="4" name="Picture 3">
            <a:extLst>
              <a:ext uri="{FF2B5EF4-FFF2-40B4-BE49-F238E27FC236}">
                <a16:creationId xmlns:a16="http://schemas.microsoft.com/office/drawing/2014/main" id="{39FE30AB-F248-4AB1-BAD8-33ECBE5CAD81}"/>
              </a:ext>
            </a:extLst>
          </p:cNvPr>
          <p:cNvPicPr>
            <a:picLocks noChangeAspect="1"/>
          </p:cNvPicPr>
          <p:nvPr/>
        </p:nvPicPr>
        <p:blipFill>
          <a:blip r:embed="rId4"/>
          <a:stretch>
            <a:fillRect/>
          </a:stretch>
        </p:blipFill>
        <p:spPr>
          <a:xfrm>
            <a:off x="6950739" y="4653144"/>
            <a:ext cx="5578323" cy="1286367"/>
          </a:xfrm>
          <a:prstGeom prst="rect">
            <a:avLst/>
          </a:prstGeom>
        </p:spPr>
      </p:pic>
    </p:spTree>
    <p:extLst>
      <p:ext uri="{BB962C8B-B14F-4D97-AF65-F5344CB8AC3E}">
        <p14:creationId xmlns:p14="http://schemas.microsoft.com/office/powerpoint/2010/main" val="2358419346"/>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CA26D-A203-4998-B190-A254C22EF95C}"/>
              </a:ext>
            </a:extLst>
          </p:cNvPr>
          <p:cNvSpPr>
            <a:spLocks noGrp="1"/>
          </p:cNvSpPr>
          <p:nvPr>
            <p:ph type="title"/>
          </p:nvPr>
        </p:nvSpPr>
        <p:spPr/>
        <p:txBody>
          <a:bodyPr/>
          <a:lstStyle/>
          <a:p>
            <a:r>
              <a:rPr lang="en-US" sz="3600" dirty="0">
                <a:solidFill>
                  <a:schemeClr val="tx1"/>
                </a:solidFill>
                <a:latin typeface="Times New Roman" panose="02020603050405020304" pitchFamily="18" charset="0"/>
                <a:cs typeface="Times New Roman" panose="02020603050405020304" pitchFamily="18" charset="0"/>
              </a:rPr>
              <a:t>2. THIẾT KẾ PHẦN CỨNG</a:t>
            </a:r>
            <a:endParaRPr lang="en-GB" dirty="0"/>
          </a:p>
        </p:txBody>
      </p:sp>
      <p:pic>
        <p:nvPicPr>
          <p:cNvPr id="4" name="Content Placeholder 3">
            <a:extLst>
              <a:ext uri="{FF2B5EF4-FFF2-40B4-BE49-F238E27FC236}">
                <a16:creationId xmlns:a16="http://schemas.microsoft.com/office/drawing/2014/main" id="{50E8805B-C9A2-4F5B-8606-2D074043EFF0}"/>
              </a:ext>
            </a:extLst>
          </p:cNvPr>
          <p:cNvPicPr>
            <a:picLocks noGrp="1" noChangeAspect="1"/>
          </p:cNvPicPr>
          <p:nvPr>
            <p:ph idx="1"/>
          </p:nvPr>
        </p:nvPicPr>
        <p:blipFill>
          <a:blip r:embed="rId2"/>
          <a:stretch>
            <a:fillRect/>
          </a:stretch>
        </p:blipFill>
        <p:spPr>
          <a:xfrm>
            <a:off x="3110637" y="3100474"/>
            <a:ext cx="6580326" cy="4372501"/>
          </a:xfrm>
          <a:prstGeom prst="rect">
            <a:avLst/>
          </a:prstGeom>
        </p:spPr>
      </p:pic>
      <p:sp>
        <p:nvSpPr>
          <p:cNvPr id="6" name="TextBox 5">
            <a:extLst>
              <a:ext uri="{FF2B5EF4-FFF2-40B4-BE49-F238E27FC236}">
                <a16:creationId xmlns:a16="http://schemas.microsoft.com/office/drawing/2014/main" id="{5A290D1B-F02E-4B5D-A2D4-13ABD9EA5690}"/>
              </a:ext>
            </a:extLst>
          </p:cNvPr>
          <p:cNvSpPr txBox="1"/>
          <p:nvPr/>
        </p:nvSpPr>
        <p:spPr>
          <a:xfrm>
            <a:off x="1051816" y="2024815"/>
            <a:ext cx="6465013" cy="661207"/>
          </a:xfrm>
          <a:prstGeom prst="rect">
            <a:avLst/>
          </a:prstGeom>
          <a:noFill/>
        </p:spPr>
        <p:txBody>
          <a:bodyPr wrap="square">
            <a:spAutoFit/>
          </a:bodyPr>
          <a:lstStyle/>
          <a:p>
            <a:pPr marL="457200" marR="0" lvl="0" indent="-457200" algn="l" defTabSz="1009498"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Khối</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thị</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chấp</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hành</a:t>
            </a:r>
            <a:endPar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001159785"/>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3" name="Group 9">
            <a:extLst>
              <a:ext uri="{FF2B5EF4-FFF2-40B4-BE49-F238E27FC236}">
                <a16:creationId xmlns:a16="http://schemas.microsoft.com/office/drawing/2014/main" id="{67003686-8660-E7DE-0BC1-3A0B77B5CC36}"/>
              </a:ext>
            </a:extLst>
          </p:cNvPr>
          <p:cNvGrpSpPr/>
          <p:nvPr/>
        </p:nvGrpSpPr>
        <p:grpSpPr>
          <a:xfrm>
            <a:off x="0" y="-33500"/>
            <a:ext cx="6692900" cy="8263100"/>
            <a:chOff x="0" y="0"/>
            <a:chExt cx="10945159" cy="9853188"/>
          </a:xfrm>
        </p:grpSpPr>
        <p:sp>
          <p:nvSpPr>
            <p:cNvPr id="34" name="Freeform 10">
              <a:extLst>
                <a:ext uri="{FF2B5EF4-FFF2-40B4-BE49-F238E27FC236}">
                  <a16:creationId xmlns:a16="http://schemas.microsoft.com/office/drawing/2014/main" id="{79FD4C76-C217-4F40-DC00-761548FDBEF5}"/>
                </a:ext>
              </a:extLst>
            </p:cNvPr>
            <p:cNvSpPr/>
            <p:nvPr/>
          </p:nvSpPr>
          <p:spPr>
            <a:xfrm>
              <a:off x="31750" y="31750"/>
              <a:ext cx="10881659" cy="9789688"/>
            </a:xfrm>
            <a:custGeom>
              <a:avLst/>
              <a:gdLst/>
              <a:ahLst/>
              <a:cxnLst/>
              <a:rect l="l" t="t" r="r" b="b"/>
              <a:pathLst>
                <a:path w="10881659" h="9789688">
                  <a:moveTo>
                    <a:pt x="10788949" y="9789688"/>
                  </a:moveTo>
                  <a:lnTo>
                    <a:pt x="92710" y="9789688"/>
                  </a:lnTo>
                  <a:cubicBezTo>
                    <a:pt x="41910" y="9789688"/>
                    <a:pt x="0" y="9747778"/>
                    <a:pt x="0" y="9696978"/>
                  </a:cubicBezTo>
                  <a:lnTo>
                    <a:pt x="0" y="92710"/>
                  </a:lnTo>
                  <a:cubicBezTo>
                    <a:pt x="0" y="41910"/>
                    <a:pt x="41910" y="0"/>
                    <a:pt x="92710" y="0"/>
                  </a:cubicBezTo>
                  <a:lnTo>
                    <a:pt x="10787680" y="0"/>
                  </a:lnTo>
                  <a:cubicBezTo>
                    <a:pt x="10838480" y="0"/>
                    <a:pt x="10880389" y="41910"/>
                    <a:pt x="10880389" y="92710"/>
                  </a:cubicBezTo>
                  <a:lnTo>
                    <a:pt x="10880389" y="9695708"/>
                  </a:lnTo>
                  <a:cubicBezTo>
                    <a:pt x="10881659" y="9747778"/>
                    <a:pt x="10839749" y="9789688"/>
                    <a:pt x="10788949" y="9789688"/>
                  </a:cubicBezTo>
                  <a:close/>
                </a:path>
              </a:pathLst>
            </a:custGeom>
            <a:solidFill>
              <a:srgbClr val="FFFFFF"/>
            </a:solidFill>
          </p:spPr>
        </p:sp>
        <p:sp>
          <p:nvSpPr>
            <p:cNvPr id="35" name="Freeform 11">
              <a:extLst>
                <a:ext uri="{FF2B5EF4-FFF2-40B4-BE49-F238E27FC236}">
                  <a16:creationId xmlns:a16="http://schemas.microsoft.com/office/drawing/2014/main" id="{8A69646E-69FC-B757-7401-A5156949A08C}"/>
                </a:ext>
              </a:extLst>
            </p:cNvPr>
            <p:cNvSpPr/>
            <p:nvPr/>
          </p:nvSpPr>
          <p:spPr>
            <a:xfrm>
              <a:off x="0" y="0"/>
              <a:ext cx="10945159" cy="9853188"/>
            </a:xfrm>
            <a:custGeom>
              <a:avLst/>
              <a:gdLst/>
              <a:ahLst/>
              <a:cxnLst/>
              <a:rect l="l" t="t" r="r" b="b"/>
              <a:pathLst>
                <a:path w="10945159" h="9853188">
                  <a:moveTo>
                    <a:pt x="10820699" y="59690"/>
                  </a:moveTo>
                  <a:cubicBezTo>
                    <a:pt x="10856259" y="59690"/>
                    <a:pt x="10885469" y="88900"/>
                    <a:pt x="10885469" y="124460"/>
                  </a:cubicBezTo>
                  <a:lnTo>
                    <a:pt x="10885469" y="9728728"/>
                  </a:lnTo>
                  <a:cubicBezTo>
                    <a:pt x="10885469" y="9764288"/>
                    <a:pt x="10856259" y="9793498"/>
                    <a:pt x="10820699" y="9793498"/>
                  </a:cubicBezTo>
                  <a:lnTo>
                    <a:pt x="124460" y="9793498"/>
                  </a:lnTo>
                  <a:cubicBezTo>
                    <a:pt x="88900" y="9793498"/>
                    <a:pt x="59690" y="9764288"/>
                    <a:pt x="59690" y="9728728"/>
                  </a:cubicBezTo>
                  <a:lnTo>
                    <a:pt x="59690" y="124460"/>
                  </a:lnTo>
                  <a:cubicBezTo>
                    <a:pt x="59690" y="88900"/>
                    <a:pt x="88900" y="59690"/>
                    <a:pt x="124460" y="59690"/>
                  </a:cubicBezTo>
                  <a:lnTo>
                    <a:pt x="10820699" y="59690"/>
                  </a:lnTo>
                  <a:moveTo>
                    <a:pt x="10820699" y="0"/>
                  </a:moveTo>
                  <a:lnTo>
                    <a:pt x="124460" y="0"/>
                  </a:lnTo>
                  <a:cubicBezTo>
                    <a:pt x="55880" y="0"/>
                    <a:pt x="0" y="55880"/>
                    <a:pt x="0" y="124460"/>
                  </a:cubicBezTo>
                  <a:lnTo>
                    <a:pt x="0" y="9728728"/>
                  </a:lnTo>
                  <a:cubicBezTo>
                    <a:pt x="0" y="9797308"/>
                    <a:pt x="55880" y="9853188"/>
                    <a:pt x="124460" y="9853188"/>
                  </a:cubicBezTo>
                  <a:lnTo>
                    <a:pt x="10820699" y="9853188"/>
                  </a:lnTo>
                  <a:cubicBezTo>
                    <a:pt x="10889280" y="9853188"/>
                    <a:pt x="10945159" y="9797308"/>
                    <a:pt x="10945159" y="9728728"/>
                  </a:cubicBezTo>
                  <a:lnTo>
                    <a:pt x="10945159" y="124460"/>
                  </a:lnTo>
                  <a:cubicBezTo>
                    <a:pt x="10945159" y="55880"/>
                    <a:pt x="10889280" y="0"/>
                    <a:pt x="10820699" y="0"/>
                  </a:cubicBezTo>
                  <a:close/>
                </a:path>
              </a:pathLst>
            </a:custGeom>
            <a:solidFill>
              <a:srgbClr val="191919"/>
            </a:solidFill>
          </p:spPr>
        </p:sp>
      </p:grpSp>
      <p:sp>
        <p:nvSpPr>
          <p:cNvPr id="31" name="TextBox 30">
            <a:extLst>
              <a:ext uri="{FF2B5EF4-FFF2-40B4-BE49-F238E27FC236}">
                <a16:creationId xmlns:a16="http://schemas.microsoft.com/office/drawing/2014/main" id="{4969FB99-0DAD-E90A-DDEE-8901C7E53690}"/>
              </a:ext>
            </a:extLst>
          </p:cNvPr>
          <p:cNvSpPr txBox="1"/>
          <p:nvPr/>
        </p:nvSpPr>
        <p:spPr>
          <a:xfrm>
            <a:off x="7264400" y="3622357"/>
            <a:ext cx="4839786" cy="492443"/>
          </a:xfrm>
          <a:prstGeom prst="rect">
            <a:avLst/>
          </a:prstGeom>
          <a:noFill/>
        </p:spPr>
        <p:txBody>
          <a:bodyPr wrap="none" rtlCol="0">
            <a:spAutoFit/>
          </a:bodyPr>
          <a:lstStyle/>
          <a:p>
            <a:pPr marL="457200" indent="-457200">
              <a:buFont typeface="Wingdings" panose="05000000000000000000" pitchFamily="2" charset="2"/>
              <a:buChar char="Ø"/>
            </a:pPr>
            <a:r>
              <a:rPr lang="en-US" sz="2600" b="1">
                <a:latin typeface="Times New Roman" panose="02020603050405020304" pitchFamily="18" charset="0"/>
                <a:cs typeface="Times New Roman" panose="02020603050405020304" pitchFamily="18" charset="0"/>
              </a:rPr>
              <a:t>Lưu đồ thuật toán phần cứng</a:t>
            </a:r>
          </a:p>
        </p:txBody>
      </p:sp>
      <p:pic>
        <p:nvPicPr>
          <p:cNvPr id="2" name="Picture 1">
            <a:extLst>
              <a:ext uri="{FF2B5EF4-FFF2-40B4-BE49-F238E27FC236}">
                <a16:creationId xmlns:a16="http://schemas.microsoft.com/office/drawing/2014/main" id="{04F8925F-8858-49A0-BE5D-154DB775E999}"/>
              </a:ext>
            </a:extLst>
          </p:cNvPr>
          <p:cNvPicPr>
            <a:picLocks noChangeAspect="1"/>
          </p:cNvPicPr>
          <p:nvPr/>
        </p:nvPicPr>
        <p:blipFill>
          <a:blip r:embed="rId2"/>
          <a:stretch>
            <a:fillRect/>
          </a:stretch>
        </p:blipFill>
        <p:spPr>
          <a:xfrm>
            <a:off x="1081290" y="26626"/>
            <a:ext cx="4530320" cy="8083084"/>
          </a:xfrm>
          <a:prstGeom prst="rect">
            <a:avLst/>
          </a:prstGeom>
        </p:spPr>
      </p:pic>
    </p:spTree>
    <p:extLst>
      <p:ext uri="{BB962C8B-B14F-4D97-AF65-F5344CB8AC3E}">
        <p14:creationId xmlns:p14="http://schemas.microsoft.com/office/powerpoint/2010/main" val="2444404264"/>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solidFill>
                  <a:schemeClr val="tx1"/>
                </a:solidFill>
                <a:latin typeface="Times New Roman" panose="02020603050405020304" pitchFamily="18" charset="0"/>
                <a:cs typeface="Times New Roman" panose="02020603050405020304" pitchFamily="18" charset="0"/>
              </a:rPr>
              <a:t>2</a:t>
            </a:r>
            <a:r>
              <a:rPr lang="en-US" sz="4000">
                <a:solidFill>
                  <a:schemeClr val="tx1"/>
                </a:solidFill>
                <a:latin typeface="Times New Roman" panose="02020603050405020304" pitchFamily="18" charset="0"/>
                <a:cs typeface="Times New Roman" panose="02020603050405020304" pitchFamily="18" charset="0"/>
              </a:rPr>
              <a:t>. </a:t>
            </a:r>
            <a:r>
              <a:rPr lang="en-US" sz="4000" dirty="0">
                <a:solidFill>
                  <a:schemeClr val="tx1"/>
                </a:solidFill>
                <a:latin typeface="Times New Roman" panose="02020603050405020304" pitchFamily="18" charset="0"/>
                <a:cs typeface="Times New Roman" panose="02020603050405020304" pitchFamily="18" charset="0"/>
              </a:rPr>
              <a:t>THIẾT </a:t>
            </a:r>
            <a:r>
              <a:rPr lang="en-US" sz="4000">
                <a:solidFill>
                  <a:schemeClr val="tx1"/>
                </a:solidFill>
                <a:latin typeface="Times New Roman" panose="02020603050405020304" pitchFamily="18" charset="0"/>
                <a:cs typeface="Times New Roman" panose="02020603050405020304" pitchFamily="18" charset="0"/>
              </a:rPr>
              <a:t>KẾ PHẦN CỨNG</a:t>
            </a:r>
            <a:endParaRPr lang="en-US" sz="4000" dirty="0">
              <a:solidFill>
                <a:schemeClr val="tx1"/>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1247165" y="1912356"/>
            <a:ext cx="6764004"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a:latin typeface="Times New Roman" panose="02020603050405020304" pitchFamily="18" charset="0"/>
                <a:ea typeface="Arial" panose="020B0604020202020204" pitchFamily="34" charset="0"/>
              </a:rPr>
              <a:t>Sơ đồ mạch in 3D</a:t>
            </a:r>
            <a:endParaRPr lang="en-US" sz="2800" dirty="0"/>
          </a:p>
        </p:txBody>
      </p:sp>
      <p:sp>
        <p:nvSpPr>
          <p:cNvPr id="8" name="TextBox 7">
            <a:extLst>
              <a:ext uri="{FF2B5EF4-FFF2-40B4-BE49-F238E27FC236}">
                <a16:creationId xmlns:a16="http://schemas.microsoft.com/office/drawing/2014/main" id="{6A3B116F-6B9E-B983-33C4-D03315033544}"/>
              </a:ext>
            </a:extLst>
          </p:cNvPr>
          <p:cNvSpPr txBox="1"/>
          <p:nvPr/>
        </p:nvSpPr>
        <p:spPr>
          <a:xfrm>
            <a:off x="7623175" y="1774369"/>
            <a:ext cx="6407150" cy="661207"/>
          </a:xfrm>
          <a:prstGeom prst="rect">
            <a:avLst/>
          </a:prstGeom>
          <a:noFill/>
        </p:spPr>
        <p:txBody>
          <a:bodyPr wrap="square">
            <a:spAutoFit/>
          </a:bodyPr>
          <a:lstStyle/>
          <a:p>
            <a:pPr marL="457200" indent="-457200">
              <a:lnSpc>
                <a:spcPct val="150000"/>
              </a:lnSpc>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Mạch thực tế</a:t>
            </a:r>
            <a:endParaRPr lang="en-US" sz="2800" dirty="0">
              <a:latin typeface="Times New Roman" panose="02020603050405020304" pitchFamily="18" charset="0"/>
              <a:cs typeface="Times New Roman" panose="02020603050405020304" pitchFamily="18" charset="0"/>
            </a:endParaRPr>
          </a:p>
        </p:txBody>
      </p:sp>
      <p:sp>
        <p:nvSpPr>
          <p:cNvPr id="13" name="Right Arrow 11">
            <a:extLst>
              <a:ext uri="{FF2B5EF4-FFF2-40B4-BE49-F238E27FC236}">
                <a16:creationId xmlns:a16="http://schemas.microsoft.com/office/drawing/2014/main" id="{F3B6AA3D-3F7C-B2E4-0539-A6F155BA7F73}"/>
              </a:ext>
            </a:extLst>
          </p:cNvPr>
          <p:cNvSpPr/>
          <p:nvPr/>
        </p:nvSpPr>
        <p:spPr>
          <a:xfrm>
            <a:off x="6106071" y="4300330"/>
            <a:ext cx="778206" cy="798444"/>
          </a:xfrm>
          <a:prstGeom prst="rightArrow">
            <a:avLst/>
          </a:prstGeom>
          <a:solidFill>
            <a:srgbClr val="FE9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A704B7E8-DC66-47DA-B485-3F78C35AEECB}"/>
              </a:ext>
            </a:extLst>
          </p:cNvPr>
          <p:cNvPicPr>
            <a:picLocks noChangeAspect="1"/>
          </p:cNvPicPr>
          <p:nvPr/>
        </p:nvPicPr>
        <p:blipFill>
          <a:blip r:embed="rId3"/>
          <a:stretch>
            <a:fillRect/>
          </a:stretch>
        </p:blipFill>
        <p:spPr>
          <a:xfrm>
            <a:off x="1099336" y="2587389"/>
            <a:ext cx="4704026" cy="5022769"/>
          </a:xfrm>
          <a:prstGeom prst="rect">
            <a:avLst/>
          </a:prstGeom>
        </p:spPr>
      </p:pic>
      <p:pic>
        <p:nvPicPr>
          <p:cNvPr id="4" name="Picture 3">
            <a:extLst>
              <a:ext uri="{FF2B5EF4-FFF2-40B4-BE49-F238E27FC236}">
                <a16:creationId xmlns:a16="http://schemas.microsoft.com/office/drawing/2014/main" id="{8181C6FD-25B9-4846-8363-A452FCB05B9C}"/>
              </a:ext>
            </a:extLst>
          </p:cNvPr>
          <p:cNvPicPr>
            <a:picLocks noChangeAspect="1"/>
          </p:cNvPicPr>
          <p:nvPr/>
        </p:nvPicPr>
        <p:blipFill>
          <a:blip r:embed="rId4"/>
          <a:stretch>
            <a:fillRect/>
          </a:stretch>
        </p:blipFill>
        <p:spPr>
          <a:xfrm>
            <a:off x="7041243" y="2754658"/>
            <a:ext cx="5541744" cy="4688230"/>
          </a:xfrm>
          <a:prstGeom prst="rect">
            <a:avLst/>
          </a:prstGeom>
        </p:spPr>
      </p:pic>
    </p:spTree>
    <p:extLst>
      <p:ext uri="{BB962C8B-B14F-4D97-AF65-F5344CB8AC3E}">
        <p14:creationId xmlns:p14="http://schemas.microsoft.com/office/powerpoint/2010/main" val="264732967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77CAB-5879-206E-0D61-70BAB3BE4A46}"/>
              </a:ext>
            </a:extLst>
          </p:cNvPr>
          <p:cNvSpPr>
            <a:spLocks noGrp="1"/>
          </p:cNvSpPr>
          <p:nvPr>
            <p:ph type="title"/>
          </p:nvPr>
        </p:nvSpPr>
        <p:spPr/>
        <p:txBody>
          <a:bodyPr/>
          <a:lstStyle/>
          <a:p>
            <a:r>
              <a:rPr lang="en-US" dirty="0"/>
              <a:t>2. THIẾT KẾ APP QUẢN LÝ</a:t>
            </a:r>
          </a:p>
        </p:txBody>
      </p:sp>
      <p:sp>
        <p:nvSpPr>
          <p:cNvPr id="6" name="TextBox 5">
            <a:extLst>
              <a:ext uri="{FF2B5EF4-FFF2-40B4-BE49-F238E27FC236}">
                <a16:creationId xmlns:a16="http://schemas.microsoft.com/office/drawing/2014/main" id="{99DB5118-B111-C5D7-4ACA-7743CE30FE94}"/>
              </a:ext>
            </a:extLst>
          </p:cNvPr>
          <p:cNvSpPr txBox="1"/>
          <p:nvPr/>
        </p:nvSpPr>
        <p:spPr>
          <a:xfrm>
            <a:off x="4996205" y="6807334"/>
            <a:ext cx="2997937" cy="369332"/>
          </a:xfrm>
          <a:prstGeom prst="rect">
            <a:avLst/>
          </a:prstGeom>
          <a:noFill/>
        </p:spPr>
        <p:txBody>
          <a:bodyPr wrap="none" rtlCol="0">
            <a:spAutoFit/>
          </a:bodyPr>
          <a:lstStyle/>
          <a:p>
            <a:r>
              <a:rPr lang="en-US" sz="1800" dirty="0" err="1">
                <a:effectLst/>
                <a:latin typeface="Times New Roman" panose="02020603050405020304" pitchFamily="18" charset="0"/>
                <a:ea typeface="Calibri" panose="020F0502020204030204" pitchFamily="34" charset="0"/>
              </a:rPr>
              <a:t>Các</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chức</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năng</a:t>
            </a:r>
            <a:r>
              <a:rPr lang="en-US" sz="1800" dirty="0">
                <a:effectLst/>
                <a:latin typeface="Times New Roman" panose="02020603050405020304" pitchFamily="18" charset="0"/>
                <a:ea typeface="Calibri" panose="020F0502020204030204" pitchFamily="34" charset="0"/>
              </a:rPr>
              <a:t> app Blynk IOT</a:t>
            </a:r>
            <a:endParaRPr lang="en-US" sz="2200"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C9BB9A20-12E9-4060-9881-A0707415753C}"/>
              </a:ext>
            </a:extLst>
          </p:cNvPr>
          <p:cNvPicPr>
            <a:picLocks noGrp="1" noChangeAspect="1"/>
          </p:cNvPicPr>
          <p:nvPr>
            <p:ph idx="1"/>
          </p:nvPr>
        </p:nvPicPr>
        <p:blipFill>
          <a:blip r:embed="rId2"/>
          <a:stretch>
            <a:fillRect/>
          </a:stretch>
        </p:blipFill>
        <p:spPr>
          <a:xfrm>
            <a:off x="4357815" y="2599843"/>
            <a:ext cx="4730906" cy="3834716"/>
          </a:xfrm>
          <a:prstGeom prst="rect">
            <a:avLst/>
          </a:prstGeom>
        </p:spPr>
      </p:pic>
    </p:spTree>
    <p:extLst>
      <p:ext uri="{BB962C8B-B14F-4D97-AF65-F5344CB8AC3E}">
        <p14:creationId xmlns:p14="http://schemas.microsoft.com/office/powerpoint/2010/main" val="3229888907"/>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5DF590-B2D5-EC7B-FA1E-B48EA8BCFCDA}"/>
              </a:ext>
            </a:extLst>
          </p:cNvPr>
          <p:cNvSpPr>
            <a:spLocks noGrp="1"/>
          </p:cNvSpPr>
          <p:nvPr>
            <p:ph type="title"/>
          </p:nvPr>
        </p:nvSpPr>
        <p:spPr>
          <a:xfrm>
            <a:off x="3879989" y="3657600"/>
            <a:ext cx="5933482" cy="1649186"/>
          </a:xfrm>
        </p:spPr>
        <p:txBody>
          <a:bodyPr>
            <a:noAutofit/>
          </a:bodyPr>
          <a:lstStyle/>
          <a:p>
            <a:r>
              <a:rPr lang="en-US" sz="5400"/>
              <a:t>THỰC NGHIỆM</a:t>
            </a:r>
            <a:endParaRPr lang="en-US" sz="5400" dirty="0"/>
          </a:p>
        </p:txBody>
      </p:sp>
    </p:spTree>
    <p:extLst>
      <p:ext uri="{BB962C8B-B14F-4D97-AF65-F5344CB8AC3E}">
        <p14:creationId xmlns:p14="http://schemas.microsoft.com/office/powerpoint/2010/main" val="68140466"/>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5DF590-B2D5-EC7B-FA1E-B48EA8BCFCDA}"/>
              </a:ext>
            </a:extLst>
          </p:cNvPr>
          <p:cNvSpPr>
            <a:spLocks noGrp="1"/>
          </p:cNvSpPr>
          <p:nvPr>
            <p:ph type="title"/>
          </p:nvPr>
        </p:nvSpPr>
        <p:spPr>
          <a:xfrm>
            <a:off x="1570383" y="4114800"/>
            <a:ext cx="10873408" cy="2261112"/>
          </a:xfrm>
        </p:spPr>
        <p:txBody>
          <a:bodyPr>
            <a:noAutofit/>
          </a:bodyPr>
          <a:lstStyle/>
          <a:p>
            <a:r>
              <a:rPr lang="en-US" sz="5400" dirty="0"/>
              <a:t>KẾT QUẢ ĐÁNH GIÁ </a:t>
            </a:r>
            <a:r>
              <a:rPr lang="en-US" sz="5400"/>
              <a:t>HỆ THỐNG</a:t>
            </a:r>
            <a:endParaRPr lang="en-US" sz="5400" dirty="0"/>
          </a:p>
        </p:txBody>
      </p:sp>
    </p:spTree>
    <p:extLst>
      <p:ext uri="{BB962C8B-B14F-4D97-AF65-F5344CB8AC3E}">
        <p14:creationId xmlns:p14="http://schemas.microsoft.com/office/powerpoint/2010/main" val="1958518449"/>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5DF590-B2D5-EC7B-FA1E-B48EA8BCFCDA}"/>
              </a:ext>
            </a:extLst>
          </p:cNvPr>
          <p:cNvSpPr>
            <a:spLocks noGrp="1"/>
          </p:cNvSpPr>
          <p:nvPr>
            <p:ph type="title"/>
          </p:nvPr>
        </p:nvSpPr>
        <p:spPr>
          <a:xfrm>
            <a:off x="1608363" y="694360"/>
            <a:ext cx="10474779" cy="2261112"/>
          </a:xfrm>
        </p:spPr>
        <p:txBody>
          <a:bodyPr>
            <a:noAutofit/>
          </a:bodyPr>
          <a:lstStyle/>
          <a:p>
            <a:r>
              <a:rPr lang="en-US" sz="4000" dirty="0">
                <a:solidFill>
                  <a:schemeClr val="tx1"/>
                </a:solidFill>
                <a:latin typeface="Times New Roman" panose="02020603050405020304" pitchFamily="18" charset="0"/>
                <a:cs typeface="Times New Roman" panose="02020603050405020304" pitchFamily="18" charset="0"/>
              </a:rPr>
              <a:t>3. KẾT QUẢ ĐÁNH </a:t>
            </a:r>
            <a:r>
              <a:rPr lang="en-US" sz="4000">
                <a:solidFill>
                  <a:schemeClr val="tx1"/>
                </a:solidFill>
                <a:latin typeface="Times New Roman" panose="02020603050405020304" pitchFamily="18" charset="0"/>
                <a:cs typeface="Times New Roman" panose="02020603050405020304" pitchFamily="18" charset="0"/>
              </a:rPr>
              <a:t>GIÁ HỆ THỐNG</a:t>
            </a:r>
            <a:br>
              <a:rPr lang="en-US" sz="4000">
                <a:solidFill>
                  <a:schemeClr val="tx1"/>
                </a:solidFill>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9637795-33A9-CC93-692C-E396B59500E7}"/>
              </a:ext>
            </a:extLst>
          </p:cNvPr>
          <p:cNvSpPr txBox="1"/>
          <p:nvPr/>
        </p:nvSpPr>
        <p:spPr>
          <a:xfrm>
            <a:off x="1894113" y="2779402"/>
            <a:ext cx="1984839" cy="523220"/>
          </a:xfrm>
          <a:prstGeom prst="rect">
            <a:avLst/>
          </a:prstGeom>
          <a:noFill/>
        </p:spPr>
        <p:txBody>
          <a:bodyPr wrap="none" rtlCol="0">
            <a:spAutoFit/>
          </a:bodyPr>
          <a:lstStyle/>
          <a:p>
            <a:pPr marL="342900" indent="-342900">
              <a:buFont typeface="Wingdings" panose="05000000000000000000" pitchFamily="2" charset="2"/>
              <a:buChar char="Ø"/>
            </a:pPr>
            <a:r>
              <a:rPr lang="en-US" sz="2800" i="1">
                <a:solidFill>
                  <a:srgbClr val="00B050"/>
                </a:solidFill>
                <a:latin typeface="Times New Roman" panose="02020603050405020304" pitchFamily="18" charset="0"/>
                <a:cs typeface="Times New Roman" panose="02020603050405020304" pitchFamily="18" charset="0"/>
              </a:rPr>
              <a:t>Ưu điểm: </a:t>
            </a:r>
          </a:p>
        </p:txBody>
      </p:sp>
      <p:sp>
        <p:nvSpPr>
          <p:cNvPr id="3" name="TextBox 2">
            <a:extLst>
              <a:ext uri="{FF2B5EF4-FFF2-40B4-BE49-F238E27FC236}">
                <a16:creationId xmlns:a16="http://schemas.microsoft.com/office/drawing/2014/main" id="{DD08C5A0-9686-0557-21F6-443E62D32F5E}"/>
              </a:ext>
            </a:extLst>
          </p:cNvPr>
          <p:cNvSpPr txBox="1"/>
          <p:nvPr/>
        </p:nvSpPr>
        <p:spPr>
          <a:xfrm>
            <a:off x="1446543" y="3827579"/>
            <a:ext cx="9431112" cy="3293209"/>
          </a:xfrm>
          <a:prstGeom prst="rect">
            <a:avLst/>
          </a:prstGeom>
          <a:noFill/>
        </p:spPr>
        <p:txBody>
          <a:bodyPr wrap="square" rtlCol="0">
            <a:spAutoFit/>
          </a:bodyPr>
          <a:lstStyle/>
          <a:p>
            <a:pPr marL="342900" indent="-342900">
              <a:buFontTx/>
              <a:buChar char="-"/>
            </a:pPr>
            <a:r>
              <a:rPr lang="vi-VN" sz="2600" dirty="0">
                <a:latin typeface="Times New Roman" panose="02020603050405020304" pitchFamily="18" charset="0"/>
                <a:cs typeface="Times New Roman" panose="02020603050405020304" pitchFamily="18" charset="0"/>
              </a:rPr>
              <a:t>Tối ưu hóa việc sử dụng </a:t>
            </a:r>
            <a:r>
              <a:rPr lang="en-US" sz="2600" dirty="0" err="1">
                <a:latin typeface="Times New Roman" panose="02020603050405020304" pitchFamily="18" charset="0"/>
                <a:cs typeface="Times New Roman" panose="02020603050405020304" pitchFamily="18" charset="0"/>
              </a:rPr>
              <a:t>quản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lý</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hệ</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thống</a:t>
            </a:r>
            <a:r>
              <a:rPr lang="en-US" sz="2600" dirty="0">
                <a:latin typeface="Times New Roman" panose="02020603050405020304" pitchFamily="18" charset="0"/>
                <a:cs typeface="Times New Roman" panose="02020603050405020304" pitchFamily="18" charset="0"/>
              </a:rPr>
              <a:t> an </a:t>
            </a:r>
            <a:r>
              <a:rPr lang="en-US" sz="2600" dirty="0" err="1">
                <a:latin typeface="Times New Roman" panose="02020603050405020304" pitchFamily="18" charset="0"/>
                <a:cs typeface="Times New Roman" panose="02020603050405020304" pitchFamily="18" charset="0"/>
              </a:rPr>
              <a:t>ninh</a:t>
            </a:r>
            <a:r>
              <a:rPr lang="vi-VN" sz="2600" dirty="0">
                <a:latin typeface="Times New Roman" panose="02020603050405020304" pitchFamily="18" charset="0"/>
                <a:cs typeface="Times New Roman" panose="02020603050405020304" pitchFamily="18" charset="0"/>
              </a:rPr>
              <a:t>: Hệ thống giúp quản lý lịch trình và</a:t>
            </a:r>
            <a:r>
              <a:rPr lang="en-US" sz="2600" dirty="0">
                <a:latin typeface="Times New Roman" panose="02020603050405020304" pitchFamily="18" charset="0"/>
                <a:cs typeface="Times New Roman" panose="02020603050405020304" pitchFamily="18" charset="0"/>
              </a:rPr>
              <a:t>o ra, an </a:t>
            </a:r>
            <a:r>
              <a:rPr lang="en-US" sz="2600" dirty="0" err="1">
                <a:latin typeface="Times New Roman" panose="02020603050405020304" pitchFamily="18" charset="0"/>
                <a:cs typeface="Times New Roman" panose="02020603050405020304" pitchFamily="18" charset="0"/>
              </a:rPr>
              <a:t>toàn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thiết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thực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chủ</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sở</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hữu</a:t>
            </a:r>
            <a:r>
              <a:rPr lang="vi-VN" sz="2600" dirty="0">
                <a:latin typeface="Times New Roman" panose="02020603050405020304" pitchFamily="18" charset="0"/>
                <a:cs typeface="Times New Roman" panose="02020603050405020304" pitchFamily="18" charset="0"/>
              </a:rPr>
              <a:t> </a:t>
            </a:r>
            <a:endParaRPr lang="en-US" sz="2600" dirty="0">
              <a:latin typeface="Times New Roman" panose="02020603050405020304" pitchFamily="18" charset="0"/>
              <a:cs typeface="Times New Roman" panose="02020603050405020304" pitchFamily="18" charset="0"/>
            </a:endParaRPr>
          </a:p>
          <a:p>
            <a:pPr marL="342900" indent="-342900">
              <a:buFontTx/>
              <a:buChar char="-"/>
            </a:pPr>
            <a:r>
              <a:rPr lang="vi-VN" sz="2600" dirty="0">
                <a:latin typeface="Times New Roman" panose="02020603050405020304" pitchFamily="18" charset="0"/>
                <a:cs typeface="Times New Roman" panose="02020603050405020304" pitchFamily="18" charset="0"/>
              </a:rPr>
              <a:t>Điều khiển thiết bị t</a:t>
            </a:r>
            <a:r>
              <a:rPr lang="en-US" sz="2600" dirty="0">
                <a:latin typeface="Times New Roman" panose="02020603050405020304" pitchFamily="18" charset="0"/>
                <a:cs typeface="Times New Roman" panose="02020603050405020304" pitchFamily="18" charset="0"/>
              </a:rPr>
              <a:t>ừ </a:t>
            </a:r>
            <a:r>
              <a:rPr lang="en-US" sz="2600" dirty="0" err="1">
                <a:latin typeface="Times New Roman" panose="02020603050405020304" pitchFamily="18" charset="0"/>
                <a:cs typeface="Times New Roman" panose="02020603050405020304" pitchFamily="18" charset="0"/>
              </a:rPr>
              <a:t>xa</a:t>
            </a:r>
            <a:r>
              <a:rPr lang="vi-VN" sz="2600" dirty="0">
                <a:latin typeface="Times New Roman" panose="02020603050405020304" pitchFamily="18" charset="0"/>
                <a:cs typeface="Times New Roman" panose="02020603050405020304" pitchFamily="18" charset="0"/>
              </a:rPr>
              <a:t>: Cho </a:t>
            </a:r>
            <a:r>
              <a:rPr lang="en-US" sz="2600" dirty="0" err="1">
                <a:latin typeface="Times New Roman" panose="02020603050405020304" pitchFamily="18" charset="0"/>
                <a:cs typeface="Times New Roman" panose="02020603050405020304" pitchFamily="18" charset="0"/>
              </a:rPr>
              <a:t>phép</a:t>
            </a:r>
            <a:r>
              <a:rPr lang="en-US" sz="2600" dirty="0">
                <a:latin typeface="Times New Roman" panose="02020603050405020304" pitchFamily="18" charset="0"/>
                <a:cs typeface="Times New Roman" panose="02020603050405020304" pitchFamily="18" charset="0"/>
              </a:rPr>
              <a:t> can </a:t>
            </a:r>
            <a:r>
              <a:rPr lang="en-US" sz="2600" dirty="0" err="1">
                <a:latin typeface="Times New Roman" panose="02020603050405020304" pitchFamily="18" charset="0"/>
                <a:cs typeface="Times New Roman" panose="02020603050405020304" pitchFamily="18" charset="0"/>
              </a:rPr>
              <a:t>thiệp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tất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cả</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tính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năng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của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cửa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thông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minh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khi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sử</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dụng</a:t>
            </a:r>
            <a:r>
              <a:rPr lang="en-US" sz="2600" dirty="0">
                <a:latin typeface="Times New Roman" panose="02020603050405020304" pitchFamily="18" charset="0"/>
                <a:cs typeface="Times New Roman" panose="02020603050405020304" pitchFamily="18" charset="0"/>
              </a:rPr>
              <a:t> app </a:t>
            </a:r>
            <a:r>
              <a:rPr lang="en-US" sz="2600" dirty="0" err="1">
                <a:latin typeface="Times New Roman" panose="02020603050405020304" pitchFamily="18" charset="0"/>
                <a:cs typeface="Times New Roman" panose="02020603050405020304" pitchFamily="18" charset="0"/>
              </a:rPr>
              <a:t>quản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lý</a:t>
            </a:r>
            <a:endParaRPr lang="en-US" sz="2600" dirty="0">
              <a:latin typeface="Times New Roman" panose="02020603050405020304" pitchFamily="18" charset="0"/>
              <a:cs typeface="Times New Roman" panose="02020603050405020304" pitchFamily="18" charset="0"/>
            </a:endParaRPr>
          </a:p>
          <a:p>
            <a:pPr marL="342900" indent="-342900">
              <a:buFontTx/>
              <a:buChar char="-"/>
            </a:pPr>
            <a:r>
              <a:rPr lang="en-US" sz="2600" dirty="0">
                <a:latin typeface="Times New Roman" panose="02020603050405020304" pitchFamily="18" charset="0"/>
                <a:cs typeface="Times New Roman" panose="02020603050405020304" pitchFamily="18" charset="0"/>
              </a:rPr>
              <a:t>Giao </a:t>
            </a:r>
            <a:r>
              <a:rPr lang="en-US" sz="2600" dirty="0" err="1">
                <a:latin typeface="Times New Roman" panose="02020603050405020304" pitchFamily="18" charset="0"/>
                <a:cs typeface="Times New Roman" panose="02020603050405020304" pitchFamily="18" charset="0"/>
              </a:rPr>
              <a:t>diện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thân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thiện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Dễ</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dàng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sử</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dụng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thao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tác</a:t>
            </a:r>
            <a:r>
              <a:rPr lang="en-US" sz="2600" dirty="0">
                <a:latin typeface="Times New Roman" panose="02020603050405020304" pitchFamily="18" charset="0"/>
                <a:cs typeface="Times New Roman" panose="02020603050405020304" pitchFamily="18" charset="0"/>
              </a:rPr>
              <a:t> qua app </a:t>
            </a:r>
            <a:r>
              <a:rPr lang="en-US" sz="2600" dirty="0" err="1">
                <a:latin typeface="Times New Roman" panose="02020603050405020304" pitchFamily="18" charset="0"/>
                <a:cs typeface="Times New Roman" panose="02020603050405020304" pitchFamily="18" charset="0"/>
              </a:rPr>
              <a:t>trên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điện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thoại</a:t>
            </a:r>
            <a:r>
              <a:rPr lang="en-US" sz="2600" dirty="0">
                <a:latin typeface="Times New Roman" panose="02020603050405020304" pitchFamily="18" charset="0"/>
                <a:cs typeface="Times New Roman" panose="02020603050405020304" pitchFamily="18" charset="0"/>
              </a:rPr>
              <a:t>.</a:t>
            </a:r>
          </a:p>
          <a:p>
            <a:pPr marL="342900" indent="-342900">
              <a:buFontTx/>
              <a:buChar char="-"/>
            </a:pPr>
            <a:r>
              <a:rPr lang="en-US" sz="2600" dirty="0" err="1">
                <a:latin typeface="Times New Roman" panose="02020603050405020304" pitchFamily="18" charset="0"/>
                <a:cs typeface="Times New Roman" panose="02020603050405020304" pitchFamily="18" charset="0"/>
              </a:rPr>
              <a:t>Bảo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mật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hệ</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thống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có</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tính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xác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thực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cao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xác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minh</a:t>
            </a:r>
            <a:r>
              <a:rPr lang="en-US" sz="2600" dirty="0">
                <a:latin typeface="Times New Roman" panose="02020603050405020304" pitchFamily="18" charset="0"/>
                <a:cs typeface="Times New Roman" panose="02020603050405020304" pitchFamily="18" charset="0"/>
              </a:rPr>
              <a:t> qua email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số</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điện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thoại</a:t>
            </a:r>
            <a:r>
              <a:rPr lang="en-US" sz="2600" dirty="0">
                <a:latin typeface="Times New Roman" panose="02020603050405020304" pitchFamily="18" charset="0"/>
                <a:cs typeface="Times New Roman" panose="02020603050405020304" pitchFamily="18" charset="0"/>
              </a:rPr>
              <a:t>.</a:t>
            </a:r>
          </a:p>
        </p:txBody>
      </p:sp>
      <p:pic>
        <p:nvPicPr>
          <p:cNvPr id="13" name="Picture 2" descr="Cổ phiếu tăng - giảm mạnh nhất trong tuần | Vietstock">
            <a:extLst>
              <a:ext uri="{FF2B5EF4-FFF2-40B4-BE49-F238E27FC236}">
                <a16:creationId xmlns:a16="http://schemas.microsoft.com/office/drawing/2014/main" id="{CFC448A0-C09D-7CE0-6046-C451D486D434}"/>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211" t="9638" r="49474"/>
          <a:stretch/>
        </p:blipFill>
        <p:spPr bwMode="auto">
          <a:xfrm>
            <a:off x="441230" y="2486167"/>
            <a:ext cx="873339" cy="110969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Hệ thống phân loại da Baumann (Kết luận)">
            <a:extLst>
              <a:ext uri="{FF2B5EF4-FFF2-40B4-BE49-F238E27FC236}">
                <a16:creationId xmlns:a16="http://schemas.microsoft.com/office/drawing/2014/main" id="{F4A57BDF-2900-6BD9-2825-5316FD81168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29029" y="1602769"/>
            <a:ext cx="4297252" cy="2353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603413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5DF590-B2D5-EC7B-FA1E-B48EA8BCFCDA}"/>
              </a:ext>
            </a:extLst>
          </p:cNvPr>
          <p:cNvSpPr>
            <a:spLocks noGrp="1"/>
          </p:cNvSpPr>
          <p:nvPr>
            <p:ph type="title"/>
          </p:nvPr>
        </p:nvSpPr>
        <p:spPr>
          <a:xfrm>
            <a:off x="1608363" y="694360"/>
            <a:ext cx="10474779" cy="2261112"/>
          </a:xfrm>
        </p:spPr>
        <p:txBody>
          <a:bodyPr>
            <a:noAutofit/>
          </a:bodyPr>
          <a:lstStyle/>
          <a:p>
            <a:r>
              <a:rPr lang="en-US" sz="4000" dirty="0">
                <a:solidFill>
                  <a:schemeClr val="tx1"/>
                </a:solidFill>
                <a:latin typeface="Times New Roman" panose="02020603050405020304" pitchFamily="18" charset="0"/>
                <a:cs typeface="Times New Roman" panose="02020603050405020304" pitchFamily="18" charset="0"/>
              </a:rPr>
              <a:t>3. KẾT QUẢ ĐÁNH </a:t>
            </a:r>
            <a:r>
              <a:rPr lang="en-US" sz="4000">
                <a:solidFill>
                  <a:schemeClr val="tx1"/>
                </a:solidFill>
                <a:latin typeface="Times New Roman" panose="02020603050405020304" pitchFamily="18" charset="0"/>
                <a:cs typeface="Times New Roman" panose="02020603050405020304" pitchFamily="18" charset="0"/>
              </a:rPr>
              <a:t>GIÁ HỆ THỐNG</a:t>
            </a:r>
            <a:br>
              <a:rPr lang="en-US" sz="4000">
                <a:solidFill>
                  <a:schemeClr val="tx1"/>
                </a:solidFill>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9637795-33A9-CC93-692C-E396B59500E7}"/>
              </a:ext>
            </a:extLst>
          </p:cNvPr>
          <p:cNvSpPr txBox="1"/>
          <p:nvPr/>
        </p:nvSpPr>
        <p:spPr>
          <a:xfrm>
            <a:off x="1894113" y="2779402"/>
            <a:ext cx="2492990" cy="523220"/>
          </a:xfrm>
          <a:prstGeom prst="rect">
            <a:avLst/>
          </a:prstGeom>
          <a:noFill/>
        </p:spPr>
        <p:txBody>
          <a:bodyPr wrap="none" rtlCol="0">
            <a:spAutoFit/>
          </a:bodyPr>
          <a:lstStyle/>
          <a:p>
            <a:pPr marL="342900" indent="-342900">
              <a:buFont typeface="Wingdings" panose="05000000000000000000" pitchFamily="2" charset="2"/>
              <a:buChar char="Ø"/>
            </a:pPr>
            <a:r>
              <a:rPr lang="en-US" sz="2800" i="1">
                <a:solidFill>
                  <a:srgbClr val="FF0000"/>
                </a:solidFill>
                <a:latin typeface="Times New Roman" panose="02020603050405020304" pitchFamily="18" charset="0"/>
                <a:cs typeface="Times New Roman" panose="02020603050405020304" pitchFamily="18" charset="0"/>
              </a:rPr>
              <a:t>Nhược điểm: </a:t>
            </a:r>
          </a:p>
        </p:txBody>
      </p:sp>
      <p:sp>
        <p:nvSpPr>
          <p:cNvPr id="3" name="TextBox 2">
            <a:extLst>
              <a:ext uri="{FF2B5EF4-FFF2-40B4-BE49-F238E27FC236}">
                <a16:creationId xmlns:a16="http://schemas.microsoft.com/office/drawing/2014/main" id="{DD08C5A0-9686-0557-21F6-443E62D32F5E}"/>
              </a:ext>
            </a:extLst>
          </p:cNvPr>
          <p:cNvSpPr txBox="1"/>
          <p:nvPr/>
        </p:nvSpPr>
        <p:spPr>
          <a:xfrm>
            <a:off x="1446543" y="3827579"/>
            <a:ext cx="9431112" cy="2893100"/>
          </a:xfrm>
          <a:prstGeom prst="rect">
            <a:avLst/>
          </a:prstGeom>
          <a:noFill/>
        </p:spPr>
        <p:txBody>
          <a:bodyPr wrap="square" rtlCol="0">
            <a:spAutoFit/>
          </a:bodyPr>
          <a:lstStyle/>
          <a:p>
            <a:pPr marL="342900" indent="-342900">
              <a:buFontTx/>
              <a:buChar char="-"/>
            </a:pPr>
            <a:r>
              <a:rPr lang="vi-VN" sz="2600" dirty="0">
                <a:latin typeface="Times New Roman" panose="02020603050405020304" pitchFamily="18" charset="0"/>
                <a:cs typeface="Times New Roman" panose="02020603050405020304" pitchFamily="18" charset="0"/>
              </a:rPr>
              <a:t>Phụ thuộc vào kết nối internet: </a:t>
            </a:r>
            <a:r>
              <a:rPr lang="en-US" sz="2600" dirty="0" err="1">
                <a:latin typeface="Times New Roman" panose="02020603050405020304" pitchFamily="18" charset="0"/>
                <a:cs typeface="Times New Roman" panose="02020603050405020304" pitchFamily="18" charset="0"/>
              </a:rPr>
              <a:t>tốc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độ</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điều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khiển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phụ</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thuộc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tốc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độ</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mạng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để</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xử</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lý</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phản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hồi</a:t>
            </a:r>
            <a:r>
              <a:rPr lang="en-US" sz="2600" dirty="0">
                <a:latin typeface="Times New Roman" panose="02020603050405020304" pitchFamily="18" charset="0"/>
                <a:cs typeface="Times New Roman" panose="02020603050405020304" pitchFamily="18" charset="0"/>
              </a:rPr>
              <a:t>.</a:t>
            </a:r>
          </a:p>
          <a:p>
            <a:pPr marL="342900" indent="-342900">
              <a:buFontTx/>
              <a:buChar char="-"/>
            </a:pPr>
            <a:r>
              <a:rPr lang="en-US" sz="2600" dirty="0" err="1">
                <a:latin typeface="Times New Roman" panose="02020603050405020304" pitchFamily="18" charset="0"/>
                <a:cs typeface="Times New Roman" panose="02020603050405020304" pitchFamily="18" charset="0"/>
              </a:rPr>
              <a:t>Hạn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chế</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phần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cứng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hệ</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thống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mô</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phỏng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với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một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phòng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học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nên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khả</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năng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tương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tác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phát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triển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hệ</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thống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chưa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được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tối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ưu</a:t>
            </a:r>
            <a:r>
              <a:rPr lang="en-US" sz="2600" dirty="0">
                <a:latin typeface="Times New Roman" panose="02020603050405020304" pitchFamily="18" charset="0"/>
                <a:cs typeface="Times New Roman" panose="02020603050405020304" pitchFamily="18" charset="0"/>
              </a:rPr>
              <a:t>.</a:t>
            </a:r>
          </a:p>
          <a:p>
            <a:pPr marL="342900" indent="-342900">
              <a:buFontTx/>
              <a:buChar char="-"/>
            </a:pPr>
            <a:r>
              <a:rPr lang="en-US" sz="2600" dirty="0" err="1">
                <a:latin typeface="Times New Roman" panose="02020603050405020304" pitchFamily="18" charset="0"/>
                <a:cs typeface="Times New Roman" panose="02020603050405020304" pitchFamily="18" charset="0"/>
              </a:rPr>
              <a:t>Một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số</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tính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năng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phần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mềm</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còn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hạn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chế</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phần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mềm</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hệ</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thống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cần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được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tích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hợp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thêm</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một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số</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tính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năng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như</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tích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hợp</a:t>
            </a:r>
            <a:r>
              <a:rPr lang="en-US" sz="2600" dirty="0">
                <a:latin typeface="Times New Roman" panose="02020603050405020304" pitchFamily="18" charset="0"/>
                <a:cs typeface="Times New Roman" panose="02020603050405020304" pitchFamily="18" charset="0"/>
              </a:rPr>
              <a:t> camera </a:t>
            </a:r>
            <a:r>
              <a:rPr lang="en-US" sz="2600" dirty="0" err="1">
                <a:latin typeface="Times New Roman" panose="02020603050405020304" pitchFamily="18" charset="0"/>
                <a:cs typeface="Times New Roman" panose="02020603050405020304" pitchFamily="18" charset="0"/>
              </a:rPr>
              <a:t>giám</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sát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nhận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diện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khuôn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mặt</a:t>
            </a:r>
            <a:r>
              <a:rPr lang="en-US" sz="2600" dirty="0">
                <a:latin typeface="Times New Roman" panose="02020603050405020304" pitchFamily="18" charset="0"/>
                <a:cs typeface="Times New Roman" panose="02020603050405020304" pitchFamily="18" charset="0"/>
              </a:rPr>
              <a:t>, …..</a:t>
            </a:r>
          </a:p>
        </p:txBody>
      </p:sp>
      <p:pic>
        <p:nvPicPr>
          <p:cNvPr id="14" name="Picture 2" descr="Hệ thống phân loại da Baumann (Kết luận)">
            <a:extLst>
              <a:ext uri="{FF2B5EF4-FFF2-40B4-BE49-F238E27FC236}">
                <a16:creationId xmlns:a16="http://schemas.microsoft.com/office/drawing/2014/main" id="{F4A57BDF-2900-6BD9-2825-5316FD81168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29029" y="1602769"/>
            <a:ext cx="4297252" cy="235326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Cổ phiếu tăng - giảm mạnh nhất trong tuần | Vietstock">
            <a:extLst>
              <a:ext uri="{FF2B5EF4-FFF2-40B4-BE49-F238E27FC236}">
                <a16:creationId xmlns:a16="http://schemas.microsoft.com/office/drawing/2014/main" id="{B0024881-F990-0D0C-1502-50563B21BCD2}"/>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50526" t="9638"/>
          <a:stretch/>
        </p:blipFill>
        <p:spPr bwMode="auto">
          <a:xfrm>
            <a:off x="722402" y="2598883"/>
            <a:ext cx="885961" cy="1060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917665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A210E-7D81-1C7D-82BD-7B05A4CB08A9}"/>
              </a:ext>
            </a:extLst>
          </p:cNvPr>
          <p:cNvSpPr>
            <a:spLocks noGrp="1"/>
          </p:cNvSpPr>
          <p:nvPr>
            <p:ph type="title"/>
          </p:nvPr>
        </p:nvSpPr>
        <p:spPr/>
        <p:txBody>
          <a:bodyPr/>
          <a:lstStyle/>
          <a:p>
            <a:r>
              <a:rPr lang="en-US"/>
              <a:t>4. KẾT LUẬN VÀ HƯỚNG PHÁT TRIỂN</a:t>
            </a:r>
          </a:p>
        </p:txBody>
      </p:sp>
      <p:graphicFrame>
        <p:nvGraphicFramePr>
          <p:cNvPr id="5" name="Content Placeholder 4">
            <a:extLst>
              <a:ext uri="{FF2B5EF4-FFF2-40B4-BE49-F238E27FC236}">
                <a16:creationId xmlns:a16="http://schemas.microsoft.com/office/drawing/2014/main" id="{76799B19-1895-20E6-57AB-D78D085D6252}"/>
              </a:ext>
            </a:extLst>
          </p:cNvPr>
          <p:cNvGraphicFramePr>
            <a:graphicFrameLocks noGrp="1"/>
          </p:cNvGraphicFramePr>
          <p:nvPr>
            <p:ph idx="1"/>
            <p:extLst>
              <p:ext uri="{D42A27DB-BD31-4B8C-83A1-F6EECF244321}">
                <p14:modId xmlns:p14="http://schemas.microsoft.com/office/powerpoint/2010/main" val="1943401335"/>
              </p:ext>
            </p:extLst>
          </p:nvPr>
        </p:nvGraphicFramePr>
        <p:xfrm>
          <a:off x="-299389" y="2867025"/>
          <a:ext cx="12215164" cy="4914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TextBox 13">
            <a:extLst>
              <a:ext uri="{FF2B5EF4-FFF2-40B4-BE49-F238E27FC236}">
                <a16:creationId xmlns:a16="http://schemas.microsoft.com/office/drawing/2014/main" id="{8826C190-9616-EF88-4B8B-2A4E32BEC11F}"/>
              </a:ext>
            </a:extLst>
          </p:cNvPr>
          <p:cNvSpPr txBox="1"/>
          <p:nvPr/>
        </p:nvSpPr>
        <p:spPr>
          <a:xfrm>
            <a:off x="381000" y="2190750"/>
            <a:ext cx="3060453" cy="523220"/>
          </a:xfrm>
          <a:prstGeom prst="rect">
            <a:avLst/>
          </a:prstGeom>
          <a:noFill/>
        </p:spPr>
        <p:txBody>
          <a:bodyPr wrap="none" rtlCol="0">
            <a:spAutoFit/>
          </a:bodyPr>
          <a:lstStyle/>
          <a:p>
            <a:pPr marL="342900" indent="-3429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Kết quả đạt được</a:t>
            </a:r>
          </a:p>
        </p:txBody>
      </p:sp>
    </p:spTree>
    <p:extLst>
      <p:ext uri="{BB962C8B-B14F-4D97-AF65-F5344CB8AC3E}">
        <p14:creationId xmlns:p14="http://schemas.microsoft.com/office/powerpoint/2010/main" val="859662388"/>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A210E-7D81-1C7D-82BD-7B05A4CB08A9}"/>
              </a:ext>
            </a:extLst>
          </p:cNvPr>
          <p:cNvSpPr>
            <a:spLocks noGrp="1"/>
          </p:cNvSpPr>
          <p:nvPr>
            <p:ph type="title"/>
          </p:nvPr>
        </p:nvSpPr>
        <p:spPr/>
        <p:txBody>
          <a:bodyPr/>
          <a:lstStyle/>
          <a:p>
            <a:r>
              <a:rPr lang="en-US"/>
              <a:t>4. KẾT LUẬN VÀ HƯỚNG PHÁT TRIỂN</a:t>
            </a:r>
          </a:p>
        </p:txBody>
      </p:sp>
      <p:pic>
        <p:nvPicPr>
          <p:cNvPr id="7" name="Graphic 6" descr="Bar graph with upward trend">
            <a:extLst>
              <a:ext uri="{FF2B5EF4-FFF2-40B4-BE49-F238E27FC236}">
                <a16:creationId xmlns:a16="http://schemas.microsoft.com/office/drawing/2014/main" id="{3C7F4546-5E3E-58B8-1D35-E38DE7E9A54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02080" y="1990724"/>
            <a:ext cx="714375" cy="714375"/>
          </a:xfrm>
          <a:prstGeom prst="rect">
            <a:avLst/>
          </a:prstGeom>
        </p:spPr>
      </p:pic>
      <p:sp>
        <p:nvSpPr>
          <p:cNvPr id="8" name="TextBox 7">
            <a:extLst>
              <a:ext uri="{FF2B5EF4-FFF2-40B4-BE49-F238E27FC236}">
                <a16:creationId xmlns:a16="http://schemas.microsoft.com/office/drawing/2014/main" id="{AF8FB062-CFEC-AE27-1001-83E0ECBC2DBB}"/>
              </a:ext>
            </a:extLst>
          </p:cNvPr>
          <p:cNvSpPr txBox="1"/>
          <p:nvPr/>
        </p:nvSpPr>
        <p:spPr>
          <a:xfrm>
            <a:off x="2533650" y="2086301"/>
            <a:ext cx="2874505" cy="523220"/>
          </a:xfrm>
          <a:prstGeom prst="rect">
            <a:avLst/>
          </a:prstGeom>
          <a:noFill/>
        </p:spPr>
        <p:txBody>
          <a:bodyPr wrap="none" rtlCol="0">
            <a:spAutoFit/>
          </a:bodyPr>
          <a:lstStyle/>
          <a:p>
            <a:r>
              <a:rPr lang="en-US" sz="2800" b="1">
                <a:latin typeface="Times New Roman" panose="02020603050405020304" pitchFamily="18" charset="0"/>
                <a:cs typeface="Times New Roman" panose="02020603050405020304" pitchFamily="18" charset="0"/>
              </a:rPr>
              <a:t>Hướng phát triển</a:t>
            </a:r>
          </a:p>
        </p:txBody>
      </p:sp>
      <p:sp>
        <p:nvSpPr>
          <p:cNvPr id="10" name="TextBox 9">
            <a:extLst>
              <a:ext uri="{FF2B5EF4-FFF2-40B4-BE49-F238E27FC236}">
                <a16:creationId xmlns:a16="http://schemas.microsoft.com/office/drawing/2014/main" id="{552EDAD2-8EC8-61D6-9771-DA778E9420ED}"/>
              </a:ext>
            </a:extLst>
          </p:cNvPr>
          <p:cNvSpPr txBox="1"/>
          <p:nvPr/>
        </p:nvSpPr>
        <p:spPr>
          <a:xfrm rot="10800000" flipV="1">
            <a:off x="838199" y="2884625"/>
            <a:ext cx="2874505" cy="1323439"/>
          </a:xfrm>
          <a:prstGeom prst="rect">
            <a:avLst/>
          </a:prstGeom>
          <a:noFill/>
        </p:spPr>
        <p:txBody>
          <a:bodyPr wrap="square" rtlCol="0">
            <a:spAutoFit/>
          </a:bodyPr>
          <a:lstStyle/>
          <a:p>
            <a:pPr marL="342900" indent="-342900">
              <a:buFont typeface="Wingdings" panose="05000000000000000000" pitchFamily="2" charset="2"/>
              <a:buChar char="Ø"/>
            </a:pPr>
            <a:r>
              <a:rPr lang="en-US" sz="2800"/>
              <a:t> Về phần cứng: 	</a:t>
            </a:r>
          </a:p>
          <a:p>
            <a:pPr lvl="1"/>
            <a:r>
              <a:rPr lang="en-US" sz="2400"/>
              <a:t>		</a:t>
            </a:r>
          </a:p>
        </p:txBody>
      </p:sp>
      <p:sp>
        <p:nvSpPr>
          <p:cNvPr id="11" name="TextBox 10">
            <a:extLst>
              <a:ext uri="{FF2B5EF4-FFF2-40B4-BE49-F238E27FC236}">
                <a16:creationId xmlns:a16="http://schemas.microsoft.com/office/drawing/2014/main" id="{AEDF8073-4AFC-EE3F-8F1E-5489E0784E4E}"/>
              </a:ext>
            </a:extLst>
          </p:cNvPr>
          <p:cNvSpPr txBox="1"/>
          <p:nvPr/>
        </p:nvSpPr>
        <p:spPr>
          <a:xfrm>
            <a:off x="1892300" y="3370848"/>
            <a:ext cx="10071101" cy="1446550"/>
          </a:xfrm>
          <a:prstGeom prst="rect">
            <a:avLst/>
          </a:prstGeom>
          <a:noFill/>
        </p:spPr>
        <p:txBody>
          <a:bodyPr wrap="square" rtlCol="0">
            <a:spAutoFit/>
          </a:bodyPr>
          <a:lstStyle/>
          <a:p>
            <a:pPr marL="342900" indent="-342900">
              <a:buFontTx/>
              <a:buChar char="-"/>
            </a:pPr>
            <a:r>
              <a:rPr lang="en-US" sz="2200" b="1" dirty="0" err="1">
                <a:effectLst/>
                <a:latin typeface="Times New Roman" panose="02020603050405020304" pitchFamily="18" charset="0"/>
                <a:ea typeface="Calibri" panose="020F0502020204030204" pitchFamily="34" charset="0"/>
              </a:rPr>
              <a:t>Tích</a:t>
            </a:r>
            <a:r>
              <a:rPr lang="en-US" sz="2200" b="1" dirty="0">
                <a:effectLst/>
                <a:latin typeface="Times New Roman" panose="02020603050405020304" pitchFamily="18" charset="0"/>
                <a:ea typeface="Calibri" panose="020F0502020204030204" pitchFamily="34" charset="0"/>
              </a:rPr>
              <a:t> </a:t>
            </a:r>
            <a:r>
              <a:rPr lang="en-US" sz="2200" b="1" dirty="0" err="1">
                <a:effectLst/>
                <a:latin typeface="Times New Roman" panose="02020603050405020304" pitchFamily="18" charset="0"/>
                <a:ea typeface="Calibri" panose="020F0502020204030204" pitchFamily="34" charset="0"/>
              </a:rPr>
              <a:t>hợp</a:t>
            </a:r>
            <a:r>
              <a:rPr lang="en-US" sz="2200" b="1" dirty="0">
                <a:effectLst/>
                <a:latin typeface="Times New Roman" panose="02020603050405020304" pitchFamily="18" charset="0"/>
                <a:ea typeface="Calibri" panose="020F0502020204030204" pitchFamily="34" charset="0"/>
              </a:rPr>
              <a:t> </a:t>
            </a:r>
            <a:r>
              <a:rPr lang="en-US" sz="2200" b="1" dirty="0" err="1">
                <a:effectLst/>
                <a:latin typeface="Times New Roman" panose="02020603050405020304" pitchFamily="18" charset="0"/>
                <a:ea typeface="Calibri" panose="020F0502020204030204" pitchFamily="34" charset="0"/>
              </a:rPr>
              <a:t>với</a:t>
            </a:r>
            <a:r>
              <a:rPr lang="en-US" sz="2200" b="1" dirty="0">
                <a:effectLst/>
                <a:latin typeface="Times New Roman" panose="02020603050405020304" pitchFamily="18" charset="0"/>
                <a:ea typeface="Calibri" panose="020F0502020204030204" pitchFamily="34" charset="0"/>
              </a:rPr>
              <a:t> </a:t>
            </a:r>
            <a:r>
              <a:rPr lang="en-US" sz="2200" b="1" dirty="0" err="1">
                <a:effectLst/>
                <a:latin typeface="Times New Roman" panose="02020603050405020304" pitchFamily="18" charset="0"/>
                <a:ea typeface="Calibri" panose="020F0502020204030204" pitchFamily="34" charset="0"/>
              </a:rPr>
              <a:t>các</a:t>
            </a:r>
            <a:r>
              <a:rPr lang="en-US" sz="2200" b="1" dirty="0">
                <a:effectLst/>
                <a:latin typeface="Times New Roman" panose="02020603050405020304" pitchFamily="18" charset="0"/>
                <a:ea typeface="Calibri" panose="020F0502020204030204" pitchFamily="34" charset="0"/>
              </a:rPr>
              <a:t> </a:t>
            </a:r>
            <a:r>
              <a:rPr lang="en-US" sz="2200" b="1" dirty="0" err="1">
                <a:effectLst/>
                <a:latin typeface="Times New Roman" panose="02020603050405020304" pitchFamily="18" charset="0"/>
                <a:ea typeface="Calibri" panose="020F0502020204030204" pitchFamily="34" charset="0"/>
              </a:rPr>
              <a:t>thiết</a:t>
            </a:r>
            <a:r>
              <a:rPr lang="en-US" sz="2200" b="1" dirty="0">
                <a:effectLst/>
                <a:latin typeface="Times New Roman" panose="02020603050405020304" pitchFamily="18" charset="0"/>
                <a:ea typeface="Calibri" panose="020F0502020204030204" pitchFamily="34" charset="0"/>
              </a:rPr>
              <a:t> </a:t>
            </a:r>
            <a:r>
              <a:rPr lang="en-US" sz="2200" b="1" dirty="0" err="1">
                <a:effectLst/>
                <a:latin typeface="Times New Roman" panose="02020603050405020304" pitchFamily="18" charset="0"/>
                <a:ea typeface="Calibri" panose="020F0502020204030204" pitchFamily="34" charset="0"/>
              </a:rPr>
              <a:t>bị</a:t>
            </a:r>
            <a:r>
              <a:rPr lang="en-US" sz="2200" b="1" dirty="0">
                <a:effectLst/>
                <a:latin typeface="Times New Roman" panose="02020603050405020304" pitchFamily="18" charset="0"/>
                <a:ea typeface="Calibri" panose="020F0502020204030204" pitchFamily="34" charset="0"/>
              </a:rPr>
              <a:t> </a:t>
            </a:r>
            <a:r>
              <a:rPr lang="en-US" sz="2200" b="1" dirty="0" err="1">
                <a:effectLst/>
                <a:latin typeface="Times New Roman" panose="02020603050405020304" pitchFamily="18" charset="0"/>
                <a:ea typeface="Calibri" panose="020F0502020204030204" pitchFamily="34" charset="0"/>
              </a:rPr>
              <a:t>thông</a:t>
            </a:r>
            <a:r>
              <a:rPr lang="en-US" sz="2200" b="1" dirty="0">
                <a:effectLst/>
                <a:latin typeface="Times New Roman" panose="02020603050405020304" pitchFamily="18" charset="0"/>
                <a:ea typeface="Calibri" panose="020F0502020204030204" pitchFamily="34" charset="0"/>
              </a:rPr>
              <a:t> </a:t>
            </a:r>
            <a:r>
              <a:rPr lang="en-US" sz="2200" b="1" dirty="0" err="1">
                <a:effectLst/>
                <a:latin typeface="Times New Roman" panose="02020603050405020304" pitchFamily="18" charset="0"/>
                <a:ea typeface="Calibri" panose="020F0502020204030204" pitchFamily="34" charset="0"/>
              </a:rPr>
              <a:t>minh</a:t>
            </a:r>
            <a:r>
              <a:rPr lang="en-US" sz="2200" b="1" dirty="0">
                <a:effectLst/>
                <a:latin typeface="Times New Roman" panose="02020603050405020304" pitchFamily="18" charset="0"/>
                <a:ea typeface="Calibri" panose="020F0502020204030204" pitchFamily="34" charset="0"/>
              </a:rPr>
              <a:t> </a:t>
            </a:r>
            <a:r>
              <a:rPr lang="en-US" sz="2200" b="1" dirty="0" err="1">
                <a:effectLst/>
                <a:latin typeface="Times New Roman" panose="02020603050405020304" pitchFamily="18" charset="0"/>
                <a:ea typeface="Calibri" panose="020F0502020204030204" pitchFamily="34" charset="0"/>
              </a:rPr>
              <a:t>khác</a:t>
            </a:r>
            <a:r>
              <a:rPr lang="en-US" sz="2200" b="1" dirty="0">
                <a:effectLst/>
                <a:latin typeface="Times New Roman" panose="02020603050405020304" pitchFamily="18" charset="0"/>
                <a:ea typeface="Calibri" panose="020F0502020204030204" pitchFamily="34" charset="0"/>
              </a:rPr>
              <a:t>:</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Mở</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rộng</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khả</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năng</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kết</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nối</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với</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các</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thiết</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bị</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thông</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minh</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khác</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như</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bảng</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tương</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tác</a:t>
            </a:r>
            <a:r>
              <a:rPr lang="en-US" sz="2200" dirty="0">
                <a:effectLst/>
                <a:latin typeface="Times New Roman" panose="02020603050405020304" pitchFamily="18" charset="0"/>
                <a:ea typeface="Calibri" panose="020F0502020204030204" pitchFamily="34" charset="0"/>
              </a:rPr>
              <a:t>, camera </a:t>
            </a:r>
            <a:r>
              <a:rPr lang="en-US" sz="2200" dirty="0" err="1">
                <a:effectLst/>
                <a:latin typeface="Times New Roman" panose="02020603050405020304" pitchFamily="18" charset="0"/>
                <a:ea typeface="Calibri" panose="020F0502020204030204" pitchFamily="34" charset="0"/>
              </a:rPr>
              <a:t>giám</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sát</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cảm</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biến</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vân</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tay</a:t>
            </a:r>
            <a:r>
              <a:rPr lang="en-US" sz="2200" dirty="0">
                <a:effectLst/>
                <a:latin typeface="Times New Roman" panose="02020603050405020304" pitchFamily="18" charset="0"/>
                <a:ea typeface="Calibri" panose="020F0502020204030204" pitchFamily="34" charset="0"/>
              </a:rPr>
              <a:t>,...</a:t>
            </a:r>
          </a:p>
          <a:p>
            <a:pPr marL="342900" indent="-342900">
              <a:buFontTx/>
              <a:buChar char="-"/>
            </a:pPr>
            <a:r>
              <a:rPr lang="en-US" sz="2200" b="1" dirty="0" err="1">
                <a:effectLst/>
                <a:latin typeface="Times New Roman" panose="02020603050405020304" pitchFamily="18" charset="0"/>
                <a:ea typeface="Calibri" panose="020F0502020204030204" pitchFamily="34" charset="0"/>
              </a:rPr>
              <a:t>Ứng</a:t>
            </a:r>
            <a:r>
              <a:rPr lang="en-US" sz="2200" b="1" dirty="0">
                <a:effectLst/>
                <a:latin typeface="Times New Roman" panose="02020603050405020304" pitchFamily="18" charset="0"/>
                <a:ea typeface="Calibri" panose="020F0502020204030204" pitchFamily="34" charset="0"/>
              </a:rPr>
              <a:t> </a:t>
            </a:r>
            <a:r>
              <a:rPr lang="en-US" sz="2200" b="1" dirty="0" err="1">
                <a:effectLst/>
                <a:latin typeface="Times New Roman" panose="02020603050405020304" pitchFamily="18" charset="0"/>
                <a:ea typeface="Calibri" panose="020F0502020204030204" pitchFamily="34" charset="0"/>
              </a:rPr>
              <a:t>dụng</a:t>
            </a:r>
            <a:r>
              <a:rPr lang="en-US" sz="2200" b="1" dirty="0">
                <a:effectLst/>
                <a:latin typeface="Times New Roman" panose="02020603050405020304" pitchFamily="18" charset="0"/>
                <a:ea typeface="Calibri" panose="020F0502020204030204" pitchFamily="34" charset="0"/>
              </a:rPr>
              <a:t> </a:t>
            </a:r>
            <a:r>
              <a:rPr lang="en-US" sz="2200" b="1" dirty="0" err="1">
                <a:effectLst/>
                <a:latin typeface="Times New Roman" panose="02020603050405020304" pitchFamily="18" charset="0"/>
                <a:ea typeface="Calibri" panose="020F0502020204030204" pitchFamily="34" charset="0"/>
              </a:rPr>
              <a:t>trí</a:t>
            </a:r>
            <a:r>
              <a:rPr lang="en-US" sz="2200" b="1" dirty="0">
                <a:effectLst/>
                <a:latin typeface="Times New Roman" panose="02020603050405020304" pitchFamily="18" charset="0"/>
                <a:ea typeface="Calibri" panose="020F0502020204030204" pitchFamily="34" charset="0"/>
              </a:rPr>
              <a:t> </a:t>
            </a:r>
            <a:r>
              <a:rPr lang="en-US" sz="2200" b="1" dirty="0" err="1">
                <a:effectLst/>
                <a:latin typeface="Times New Roman" panose="02020603050405020304" pitchFamily="18" charset="0"/>
                <a:ea typeface="Calibri" panose="020F0502020204030204" pitchFamily="34" charset="0"/>
              </a:rPr>
              <a:t>tuệ</a:t>
            </a:r>
            <a:r>
              <a:rPr lang="en-US" sz="2200" b="1" dirty="0">
                <a:effectLst/>
                <a:latin typeface="Times New Roman" panose="02020603050405020304" pitchFamily="18" charset="0"/>
                <a:ea typeface="Calibri" panose="020F0502020204030204" pitchFamily="34" charset="0"/>
              </a:rPr>
              <a:t> </a:t>
            </a:r>
            <a:r>
              <a:rPr lang="en-US" sz="2200" b="1" dirty="0" err="1">
                <a:effectLst/>
                <a:latin typeface="Times New Roman" panose="02020603050405020304" pitchFamily="18" charset="0"/>
                <a:ea typeface="Calibri" panose="020F0502020204030204" pitchFamily="34" charset="0"/>
              </a:rPr>
              <a:t>nhân</a:t>
            </a:r>
            <a:r>
              <a:rPr lang="en-US" sz="2200" b="1" dirty="0">
                <a:effectLst/>
                <a:latin typeface="Times New Roman" panose="02020603050405020304" pitchFamily="18" charset="0"/>
                <a:ea typeface="Calibri" panose="020F0502020204030204" pitchFamily="34" charset="0"/>
              </a:rPr>
              <a:t> </a:t>
            </a:r>
            <a:r>
              <a:rPr lang="en-US" sz="2200" b="1" dirty="0" err="1">
                <a:effectLst/>
                <a:latin typeface="Times New Roman" panose="02020603050405020304" pitchFamily="18" charset="0"/>
                <a:ea typeface="Calibri" panose="020F0502020204030204" pitchFamily="34" charset="0"/>
              </a:rPr>
              <a:t>tạo</a:t>
            </a:r>
            <a:r>
              <a:rPr lang="en-US" sz="2200" b="1" dirty="0">
                <a:effectLst/>
                <a:latin typeface="Times New Roman" panose="02020603050405020304" pitchFamily="18" charset="0"/>
                <a:ea typeface="Calibri" panose="020F0502020204030204" pitchFamily="34" charset="0"/>
              </a:rPr>
              <a:t> (AI) </a:t>
            </a:r>
            <a:r>
              <a:rPr lang="en-US" sz="2200" b="1" dirty="0" err="1">
                <a:effectLst/>
                <a:latin typeface="Times New Roman" panose="02020603050405020304" pitchFamily="18" charset="0"/>
                <a:ea typeface="Calibri" panose="020F0502020204030204" pitchFamily="34" charset="0"/>
              </a:rPr>
              <a:t>và</a:t>
            </a:r>
            <a:r>
              <a:rPr lang="en-US" sz="2200" b="1" dirty="0">
                <a:effectLst/>
                <a:latin typeface="Times New Roman" panose="02020603050405020304" pitchFamily="18" charset="0"/>
                <a:ea typeface="Calibri" panose="020F0502020204030204" pitchFamily="34" charset="0"/>
              </a:rPr>
              <a:t> </a:t>
            </a:r>
            <a:r>
              <a:rPr lang="en-US" sz="2200" b="1" dirty="0" err="1">
                <a:effectLst/>
                <a:latin typeface="Times New Roman" panose="02020603050405020304" pitchFamily="18" charset="0"/>
                <a:ea typeface="Calibri" panose="020F0502020204030204" pitchFamily="34" charset="0"/>
              </a:rPr>
              <a:t>học</a:t>
            </a:r>
            <a:r>
              <a:rPr lang="en-US" sz="2200" b="1" dirty="0">
                <a:effectLst/>
                <a:latin typeface="Times New Roman" panose="02020603050405020304" pitchFamily="18" charset="0"/>
                <a:ea typeface="Calibri" panose="020F0502020204030204" pitchFamily="34" charset="0"/>
              </a:rPr>
              <a:t> </a:t>
            </a:r>
            <a:r>
              <a:rPr lang="en-US" sz="2200" b="1" dirty="0" err="1">
                <a:effectLst/>
                <a:latin typeface="Times New Roman" panose="02020603050405020304" pitchFamily="18" charset="0"/>
                <a:ea typeface="Calibri" panose="020F0502020204030204" pitchFamily="34" charset="0"/>
              </a:rPr>
              <a:t>máy</a:t>
            </a:r>
            <a:r>
              <a:rPr lang="en-US" sz="2200" b="1" dirty="0">
                <a:effectLst/>
                <a:latin typeface="Times New Roman" panose="02020603050405020304" pitchFamily="18" charset="0"/>
                <a:ea typeface="Calibri" panose="020F0502020204030204" pitchFamily="34" charset="0"/>
              </a:rPr>
              <a:t>:</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Áp</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dụng</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công</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nghệ</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nhận</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diện</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khuôn</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mặt</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để</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tự</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động</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điểm</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danh</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tăng</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cường</a:t>
            </a:r>
            <a:r>
              <a:rPr lang="en-US" sz="2200" dirty="0">
                <a:effectLst/>
                <a:latin typeface="Times New Roman" panose="02020603050405020304" pitchFamily="18" charset="0"/>
                <a:ea typeface="Calibri" panose="020F0502020204030204" pitchFamily="34" charset="0"/>
              </a:rPr>
              <a:t> an </a:t>
            </a:r>
            <a:r>
              <a:rPr lang="en-US" sz="2200" dirty="0" err="1">
                <a:effectLst/>
                <a:latin typeface="Times New Roman" panose="02020603050405020304" pitchFamily="18" charset="0"/>
                <a:ea typeface="Calibri" panose="020F0502020204030204" pitchFamily="34" charset="0"/>
              </a:rPr>
              <a:t>ninh</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và</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kiểm</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soát</a:t>
            </a:r>
            <a:r>
              <a:rPr lang="en-US" sz="2200" dirty="0">
                <a:effectLst/>
                <a:latin typeface="Times New Roman" panose="02020603050405020304" pitchFamily="18" charset="0"/>
                <a:ea typeface="Calibri" panose="020F0502020204030204" pitchFamily="34" charset="0"/>
              </a:rPr>
              <a:t> ra </a:t>
            </a:r>
            <a:r>
              <a:rPr lang="en-US" sz="2200" dirty="0" err="1">
                <a:effectLst/>
                <a:latin typeface="Times New Roman" panose="02020603050405020304" pitchFamily="18" charset="0"/>
                <a:ea typeface="Calibri" panose="020F0502020204030204" pitchFamily="34" charset="0"/>
              </a:rPr>
              <a:t>vào</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phòng</a:t>
            </a:r>
            <a:r>
              <a:rPr lang="en-US" sz="2200" dirty="0">
                <a:effectLst/>
                <a:latin typeface="Times New Roman" panose="02020603050405020304" pitchFamily="18" charset="0"/>
                <a:ea typeface="Calibri" panose="020F0502020204030204" pitchFamily="34" charset="0"/>
              </a:rPr>
              <a:t> </a:t>
            </a:r>
            <a:endParaRPr lang="en-US" sz="2200" dirty="0"/>
          </a:p>
        </p:txBody>
      </p:sp>
      <p:sp>
        <p:nvSpPr>
          <p:cNvPr id="15" name="TextBox 14">
            <a:extLst>
              <a:ext uri="{FF2B5EF4-FFF2-40B4-BE49-F238E27FC236}">
                <a16:creationId xmlns:a16="http://schemas.microsoft.com/office/drawing/2014/main" id="{A795BAE4-305D-E41C-1A0E-C1ED80B952EE}"/>
              </a:ext>
            </a:extLst>
          </p:cNvPr>
          <p:cNvSpPr txBox="1"/>
          <p:nvPr/>
        </p:nvSpPr>
        <p:spPr>
          <a:xfrm rot="10800000" flipV="1">
            <a:off x="838200" y="4840061"/>
            <a:ext cx="3098800" cy="1323439"/>
          </a:xfrm>
          <a:prstGeom prst="rect">
            <a:avLst/>
          </a:prstGeom>
          <a:noFill/>
        </p:spPr>
        <p:txBody>
          <a:bodyPr wrap="square" rtlCol="0">
            <a:spAutoFit/>
          </a:bodyPr>
          <a:lstStyle/>
          <a:p>
            <a:pPr marL="342900" indent="-342900">
              <a:buFont typeface="Wingdings" panose="05000000000000000000" pitchFamily="2" charset="2"/>
              <a:buChar char="Ø"/>
            </a:pPr>
            <a:r>
              <a:rPr lang="en-US" sz="2800"/>
              <a:t> Về phần mềm: 	</a:t>
            </a:r>
          </a:p>
          <a:p>
            <a:pPr lvl="1"/>
            <a:r>
              <a:rPr lang="en-US" sz="2400"/>
              <a:t>		</a:t>
            </a:r>
          </a:p>
        </p:txBody>
      </p:sp>
      <p:sp>
        <p:nvSpPr>
          <p:cNvPr id="16" name="TextBox 15">
            <a:extLst>
              <a:ext uri="{FF2B5EF4-FFF2-40B4-BE49-F238E27FC236}">
                <a16:creationId xmlns:a16="http://schemas.microsoft.com/office/drawing/2014/main" id="{3DC82FBC-45AF-15FC-3016-C0FFCBF8F17B}"/>
              </a:ext>
            </a:extLst>
          </p:cNvPr>
          <p:cNvSpPr txBox="1"/>
          <p:nvPr/>
        </p:nvSpPr>
        <p:spPr>
          <a:xfrm>
            <a:off x="1702080" y="5501780"/>
            <a:ext cx="10071101" cy="1446550"/>
          </a:xfrm>
          <a:prstGeom prst="rect">
            <a:avLst/>
          </a:prstGeom>
          <a:noFill/>
        </p:spPr>
        <p:txBody>
          <a:bodyPr wrap="square" rtlCol="0">
            <a:spAutoFit/>
          </a:bodyPr>
          <a:lstStyle/>
          <a:p>
            <a:pPr marL="342900" indent="-342900">
              <a:buFontTx/>
              <a:buChar char="-"/>
            </a:pPr>
            <a:r>
              <a:rPr lang="en-US" sz="2200" b="1" dirty="0" err="1">
                <a:effectLst/>
                <a:latin typeface="Times New Roman" panose="02020603050405020304" pitchFamily="18" charset="0"/>
                <a:ea typeface="Calibri" panose="020F0502020204030204" pitchFamily="34" charset="0"/>
                <a:cs typeface="Times New Roman" panose="02020603050405020304" pitchFamily="18" charset="0"/>
              </a:rPr>
              <a:t>Phát</a:t>
            </a: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b="1" dirty="0" err="1">
                <a:effectLst/>
                <a:latin typeface="Times New Roman" panose="02020603050405020304" pitchFamily="18" charset="0"/>
                <a:ea typeface="Calibri" panose="020F0502020204030204" pitchFamily="34" charset="0"/>
                <a:cs typeface="Times New Roman" panose="02020603050405020304" pitchFamily="18" charset="0"/>
              </a:rPr>
              <a:t>triển</a:t>
            </a: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b="1" dirty="0" err="1">
                <a:effectLst/>
                <a:latin typeface="Times New Roman" panose="02020603050405020304" pitchFamily="18" charset="0"/>
                <a:ea typeface="Calibri" panose="020F0502020204030204" pitchFamily="34" charset="0"/>
                <a:cs typeface="Times New Roman" panose="02020603050405020304" pitchFamily="18" charset="0"/>
              </a:rPr>
              <a:t>hệ</a:t>
            </a: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b="1" dirty="0" err="1">
                <a:effectLst/>
                <a:latin typeface="Times New Roman" panose="02020603050405020304" pitchFamily="18" charset="0"/>
                <a:ea typeface="Calibri" panose="020F0502020204030204" pitchFamily="34" charset="0"/>
                <a:cs typeface="Times New Roman" panose="02020603050405020304" pitchFamily="18" charset="0"/>
              </a:rPr>
              <a:t>thống</a:t>
            </a: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 APP </a:t>
            </a:r>
            <a:r>
              <a:rPr lang="en-US" sz="2200" b="1" dirty="0" err="1">
                <a:effectLst/>
                <a:latin typeface="Times New Roman" panose="02020603050405020304" pitchFamily="18" charset="0"/>
                <a:ea typeface="Calibri" panose="020F0502020204030204" pitchFamily="34" charset="0"/>
                <a:cs typeface="Times New Roman" panose="02020603050405020304" pitchFamily="18" charset="0"/>
              </a:rPr>
              <a:t>quản</a:t>
            </a: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b="1" dirty="0" err="1">
                <a:effectLst/>
                <a:latin typeface="Times New Roman" panose="02020603050405020304" pitchFamily="18" charset="0"/>
                <a:ea typeface="Calibri" panose="020F0502020204030204" pitchFamily="34" charset="0"/>
                <a:cs typeface="Times New Roman" panose="02020603050405020304" pitchFamily="18" charset="0"/>
              </a:rPr>
              <a:t>lý</a:t>
            </a: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Phát</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triển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tính</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năng</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báo</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cáo</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gửi</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tin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nhắn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cho</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người</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sở</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hữu</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thẻ</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RFID ,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tích</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hợp</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hệ</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thống</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điểm</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danh</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qua App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theo</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dõi</a:t>
            </a:r>
            <a:endParaRPr lang="en-US"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buFontTx/>
              <a:buChar char="-"/>
            </a:pPr>
            <a:r>
              <a:rPr lang="en-US" sz="2200" b="1" dirty="0" err="1">
                <a:effectLst/>
                <a:latin typeface="Times New Roman" panose="02020603050405020304" pitchFamily="18" charset="0"/>
                <a:ea typeface="Calibri" panose="020F0502020204030204" pitchFamily="34" charset="0"/>
                <a:cs typeface="Times New Roman" panose="02020603050405020304" pitchFamily="18" charset="0"/>
              </a:rPr>
              <a:t>Nâng</a:t>
            </a: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b="1" dirty="0" err="1">
                <a:effectLst/>
                <a:latin typeface="Times New Roman" panose="02020603050405020304" pitchFamily="18" charset="0"/>
                <a:ea typeface="Calibri" panose="020F0502020204030204" pitchFamily="34" charset="0"/>
                <a:cs typeface="Times New Roman" panose="02020603050405020304" pitchFamily="18" charset="0"/>
              </a:rPr>
              <a:t>cao</a:t>
            </a: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b="1" dirty="0" err="1">
                <a:effectLst/>
                <a:latin typeface="Times New Roman" panose="02020603050405020304" pitchFamily="18" charset="0"/>
                <a:ea typeface="Calibri" panose="020F0502020204030204" pitchFamily="34" charset="0"/>
                <a:cs typeface="Times New Roman" panose="02020603050405020304" pitchFamily="18" charset="0"/>
              </a:rPr>
              <a:t>bảo</a:t>
            </a: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b="1" dirty="0" err="1">
                <a:effectLst/>
                <a:latin typeface="Times New Roman" panose="02020603050405020304" pitchFamily="18" charset="0"/>
                <a:ea typeface="Calibri" panose="020F0502020204030204" pitchFamily="34" charset="0"/>
                <a:cs typeface="Times New Roman" panose="02020603050405020304" pitchFamily="18" charset="0"/>
              </a:rPr>
              <a:t>mật</a:t>
            </a: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Nâng</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cao</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tính</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xác</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thực</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và</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phân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quyền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đối</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với</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mỗi</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đối</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tượng</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sử</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dụng</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app </a:t>
            </a:r>
            <a:r>
              <a:rPr lang="en-US" sz="2200" dirty="0" err="1">
                <a:latin typeface="Times New Roman" panose="02020603050405020304" pitchFamily="18" charset="0"/>
                <a:ea typeface="Calibri" panose="020F0502020204030204" pitchFamily="34" charset="0"/>
                <a:cs typeface="Times New Roman" panose="02020603050405020304" pitchFamily="18" charset="0"/>
              </a:rPr>
              <a:t>theo</a:t>
            </a:r>
            <a:r>
              <a:rPr lang="en-US" sz="2200" dirty="0">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latin typeface="Times New Roman" panose="02020603050405020304" pitchFamily="18" charset="0"/>
                <a:ea typeface="Calibri" panose="020F0502020204030204" pitchFamily="34" charset="0"/>
                <a:cs typeface="Times New Roman" panose="02020603050405020304" pitchFamily="18" charset="0"/>
              </a:rPr>
              <a:t>dõi</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0090949"/>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anks for Listening | Listen via Stitcher for Podcasts"/>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t="34382" b="22498"/>
          <a:stretch/>
        </p:blipFill>
        <p:spPr bwMode="auto">
          <a:xfrm>
            <a:off x="1433984" y="2617794"/>
            <a:ext cx="10122380" cy="4988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535363"/>
      </p:ext>
    </p:extLst>
  </p:cSld>
  <p:clrMapOvr>
    <a:masterClrMapping/>
  </p:clrMapOvr>
  <p:transition spd="slow">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u_Slide_BVLuanVa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11265</TotalTime>
  <Words>1246</Words>
  <Application>Microsoft Office PowerPoint</Application>
  <PresentationFormat>Custom</PresentationFormat>
  <Paragraphs>131</Paragraphs>
  <Slides>22</Slides>
  <Notes>16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22</vt:i4>
      </vt:variant>
    </vt:vector>
  </HeadingPairs>
  <TitlesOfParts>
    <vt:vector size="34" baseType="lpstr">
      <vt:lpstr>-apple-system</vt:lpstr>
      <vt:lpstr>Arial</vt:lpstr>
      <vt:lpstr>Calibri</vt:lpstr>
      <vt:lpstr>Courier New</vt:lpstr>
      <vt:lpstr>Segoe UI</vt:lpstr>
      <vt:lpstr>Segoe UI Semilight</vt:lpstr>
      <vt:lpstr>Tahoma</vt:lpstr>
      <vt:lpstr>Times New Roman</vt:lpstr>
      <vt:lpstr>Tw Cen MT</vt:lpstr>
      <vt:lpstr>Tw Cen MT (Body)</vt:lpstr>
      <vt:lpstr>Wingdings</vt:lpstr>
      <vt:lpstr>Mau_Slide_BVLuanVan</vt:lpstr>
      <vt:lpstr>PowerPoint Presentation</vt:lpstr>
      <vt:lpstr>NỘI DUNG</vt:lpstr>
      <vt:lpstr>1. TỔNG QUAN ĐỀ TÀI</vt:lpstr>
      <vt:lpstr>1. TỔNG QUAN ĐỀ TÀI</vt:lpstr>
      <vt:lpstr>1. TỔNG QUAN ĐỀ TÀI</vt:lpstr>
      <vt:lpstr>1. TỔNG QUAN ĐỀ TÀI</vt:lpstr>
      <vt:lpstr>2. THIẾT KẾ HỆ THỐNG</vt:lpstr>
      <vt:lpstr>2. THIẾT KẾ PHẦN CỨNG</vt:lpstr>
      <vt:lpstr>2. THIẾT KẾ PHẦN CỨNG</vt:lpstr>
      <vt:lpstr>2. THIẾT KẾ PHẦN CỨNG</vt:lpstr>
      <vt:lpstr>2. THIẾT KẾ PHẦN CỨNG</vt:lpstr>
      <vt:lpstr>2. THIẾT KẾ PHẦN CỨNG</vt:lpstr>
      <vt:lpstr>PowerPoint Presentation</vt:lpstr>
      <vt:lpstr>2. THIẾT KẾ PHẦN CỨNG</vt:lpstr>
      <vt:lpstr>2. THIẾT KẾ APP QUẢN LÝ</vt:lpstr>
      <vt:lpstr>THỰC NGHIỆM</vt:lpstr>
      <vt:lpstr>KẾT QUẢ ĐÁNH GIÁ HỆ THỐNG</vt:lpstr>
      <vt:lpstr>3. KẾT QUẢ ĐÁNH GIÁ HỆ THỐNG </vt:lpstr>
      <vt:lpstr>3. KẾT QUẢ ĐÁNH GIÁ HỆ THỐNG </vt:lpstr>
      <vt:lpstr>4. KẾT LUẬN VÀ HƯỚNG PHÁT TRIỂN</vt:lpstr>
      <vt:lpstr>4. KẾT LUẬN VÀ HƯỚNG PHÁT TRIỂN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Tuấn Phan</dc:creator>
  <cp:lastModifiedBy>Minh Bùi Nhật</cp:lastModifiedBy>
  <cp:revision>257</cp:revision>
  <dcterms:created xsi:type="dcterms:W3CDTF">2020-05-19T13:29:31Z</dcterms:created>
  <dcterms:modified xsi:type="dcterms:W3CDTF">2024-09-20T11:01:37Z</dcterms:modified>
</cp:coreProperties>
</file>