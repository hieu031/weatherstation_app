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96" r:id="rId2"/>
    <p:sldId id="297" r:id="rId3"/>
    <p:sldId id="294" r:id="rId4"/>
    <p:sldId id="308" r:id="rId5"/>
    <p:sldId id="309" r:id="rId6"/>
    <p:sldId id="310" r:id="rId7"/>
    <p:sldId id="326" r:id="rId8"/>
    <p:sldId id="305" r:id="rId9"/>
    <p:sldId id="325" r:id="rId10"/>
    <p:sldId id="312" r:id="rId11"/>
    <p:sldId id="314" r:id="rId12"/>
    <p:sldId id="353" r:id="rId13"/>
    <p:sldId id="322" r:id="rId14"/>
    <p:sldId id="354" r:id="rId15"/>
    <p:sldId id="355" r:id="rId16"/>
    <p:sldId id="356" r:id="rId17"/>
    <p:sldId id="357" r:id="rId18"/>
    <p:sldId id="339" r:id="rId19"/>
    <p:sldId id="340" r:id="rId20"/>
    <p:sldId id="341" r:id="rId21"/>
    <p:sldId id="359" r:id="rId22"/>
    <p:sldId id="360" r:id="rId23"/>
    <p:sldId id="361" r:id="rId24"/>
    <p:sldId id="287" r:id="rId25"/>
  </p:sldIdLst>
  <p:sldSz cx="12801600" cy="8229600"/>
  <p:notesSz cx="6858000" cy="9144000"/>
  <p:defaultTextStyle>
    <a:defPPr>
      <a:defRPr lang="en-US"/>
    </a:defPPr>
    <a:lvl1pPr marL="0" algn="l" defTabSz="1009498" rtl="0" eaLnBrk="1" latinLnBrk="0" hangingPunct="1">
      <a:defRPr sz="2000" kern="1200">
        <a:solidFill>
          <a:schemeClr val="tx1"/>
        </a:solidFill>
        <a:latin typeface="+mn-lt"/>
        <a:ea typeface="+mn-ea"/>
        <a:cs typeface="+mn-cs"/>
      </a:defRPr>
    </a:lvl1pPr>
    <a:lvl2pPr marL="504749" algn="l" defTabSz="1009498" rtl="0" eaLnBrk="1" latinLnBrk="0" hangingPunct="1">
      <a:defRPr sz="2000" kern="1200">
        <a:solidFill>
          <a:schemeClr val="tx1"/>
        </a:solidFill>
        <a:latin typeface="+mn-lt"/>
        <a:ea typeface="+mn-ea"/>
        <a:cs typeface="+mn-cs"/>
      </a:defRPr>
    </a:lvl2pPr>
    <a:lvl3pPr marL="1009498" algn="l" defTabSz="1009498" rtl="0" eaLnBrk="1" latinLnBrk="0" hangingPunct="1">
      <a:defRPr sz="2000" kern="1200">
        <a:solidFill>
          <a:schemeClr val="tx1"/>
        </a:solidFill>
        <a:latin typeface="+mn-lt"/>
        <a:ea typeface="+mn-ea"/>
        <a:cs typeface="+mn-cs"/>
      </a:defRPr>
    </a:lvl3pPr>
    <a:lvl4pPr marL="1514246" algn="l" defTabSz="1009498" rtl="0" eaLnBrk="1" latinLnBrk="0" hangingPunct="1">
      <a:defRPr sz="2000" kern="1200">
        <a:solidFill>
          <a:schemeClr val="tx1"/>
        </a:solidFill>
        <a:latin typeface="+mn-lt"/>
        <a:ea typeface="+mn-ea"/>
        <a:cs typeface="+mn-cs"/>
      </a:defRPr>
    </a:lvl4pPr>
    <a:lvl5pPr marL="2018995" algn="l" defTabSz="1009498" rtl="0" eaLnBrk="1" latinLnBrk="0" hangingPunct="1">
      <a:defRPr sz="2000" kern="1200">
        <a:solidFill>
          <a:schemeClr val="tx1"/>
        </a:solidFill>
        <a:latin typeface="+mn-lt"/>
        <a:ea typeface="+mn-ea"/>
        <a:cs typeface="+mn-cs"/>
      </a:defRPr>
    </a:lvl5pPr>
    <a:lvl6pPr marL="2523744" algn="l" defTabSz="1009498" rtl="0" eaLnBrk="1" latinLnBrk="0" hangingPunct="1">
      <a:defRPr sz="2000" kern="1200">
        <a:solidFill>
          <a:schemeClr val="tx1"/>
        </a:solidFill>
        <a:latin typeface="+mn-lt"/>
        <a:ea typeface="+mn-ea"/>
        <a:cs typeface="+mn-cs"/>
      </a:defRPr>
    </a:lvl6pPr>
    <a:lvl7pPr marL="3028493" algn="l" defTabSz="1009498" rtl="0" eaLnBrk="1" latinLnBrk="0" hangingPunct="1">
      <a:defRPr sz="2000" kern="1200">
        <a:solidFill>
          <a:schemeClr val="tx1"/>
        </a:solidFill>
        <a:latin typeface="+mn-lt"/>
        <a:ea typeface="+mn-ea"/>
        <a:cs typeface="+mn-cs"/>
      </a:defRPr>
    </a:lvl7pPr>
    <a:lvl8pPr marL="3533242" algn="l" defTabSz="1009498" rtl="0" eaLnBrk="1" latinLnBrk="0" hangingPunct="1">
      <a:defRPr sz="2000" kern="1200">
        <a:solidFill>
          <a:schemeClr val="tx1"/>
        </a:solidFill>
        <a:latin typeface="+mn-lt"/>
        <a:ea typeface="+mn-ea"/>
        <a:cs typeface="+mn-cs"/>
      </a:defRPr>
    </a:lvl8pPr>
    <a:lvl9pPr marL="4037990" algn="l" defTabSz="100949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orient="horz" pos="2592">
          <p15:clr>
            <a:srgbClr val="A4A3A4"/>
          </p15:clr>
        </p15:guide>
        <p15:guide id="4" pos="4032">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ung" initials="t" lastIdx="4" clrIdx="0">
    <p:extLst>
      <p:ext uri="{19B8F6BF-5375-455C-9EA6-DF929625EA0E}">
        <p15:presenceInfo xmlns:p15="http://schemas.microsoft.com/office/powerpoint/2012/main" userId="tung" providerId="None"/>
      </p:ext>
    </p:extLst>
  </p:cmAuthor>
  <p:cmAuthor id="2" name="Trí Huy Vũ" initials="TV" lastIdx="1" clrIdx="1">
    <p:extLst>
      <p:ext uri="{19B8F6BF-5375-455C-9EA6-DF929625EA0E}">
        <p15:presenceInfo xmlns:p15="http://schemas.microsoft.com/office/powerpoint/2012/main" userId="65bca6b6fcb8be7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E81A"/>
    <a:srgbClr val="ABC4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76140" autoAdjust="0"/>
  </p:normalViewPr>
  <p:slideViewPr>
    <p:cSldViewPr snapToGrid="0">
      <p:cViewPr>
        <p:scale>
          <a:sx n="75" d="100"/>
          <a:sy n="75" d="100"/>
        </p:scale>
        <p:origin x="1806" y="624"/>
      </p:cViewPr>
      <p:guideLst>
        <p:guide orient="horz" pos="2160"/>
        <p:guide pos="3840"/>
        <p:guide orient="horz" pos="2592"/>
        <p:guide pos="403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p:scale>
          <a:sx n="150" d="100"/>
          <a:sy n="150" d="100"/>
        </p:scale>
        <p:origin x="810" y="-349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commentAuthors" Target="commentAuthors.xml"/><Relationship Id="rId30" Type="http://schemas.openxmlformats.org/officeDocument/2006/relationships/theme" Target="theme/theme1.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FB0959B-7CCF-4F10-AC4A-AD7E4F9122E4}" type="doc">
      <dgm:prSet loTypeId="urn:microsoft.com/office/officeart/2005/8/layout/bList2" loCatId="list" qsTypeId="urn:microsoft.com/office/officeart/2005/8/quickstyle/simple1" qsCatId="simple" csTypeId="urn:microsoft.com/office/officeart/2005/8/colors/colorful2" csCatId="colorful" phldr="1"/>
      <dgm:spPr/>
    </dgm:pt>
    <dgm:pt modelId="{0AEBF755-E8AD-4496-AE1C-4D5FBDDE9C19}">
      <dgm:prSet phldrT="[Text]" custT="1"/>
      <dgm:spPr>
        <a:solidFill>
          <a:srgbClr val="00B050"/>
        </a:solidFill>
      </dgm:spPr>
      <dgm:t>
        <a:bodyPr/>
        <a:lstStyle/>
        <a:p>
          <a:pPr algn="ctr"/>
          <a:r>
            <a:rPr lang="en-US" sz="2800" dirty="0" err="1">
              <a:latin typeface="Times New Roman" panose="02020603050405020304" pitchFamily="18" charset="0"/>
              <a:cs typeface="Times New Roman" panose="02020603050405020304" pitchFamily="18" charset="0"/>
            </a:rPr>
            <a:t>Đối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tượng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cứu</a:t>
          </a:r>
          <a:endParaRPr lang="en-US" sz="2800" dirty="0">
            <a:latin typeface="Times New Roman" panose="02020603050405020304" pitchFamily="18" charset="0"/>
            <a:cs typeface="Times New Roman" panose="02020603050405020304" pitchFamily="18" charset="0"/>
          </a:endParaRPr>
        </a:p>
      </dgm:t>
    </dgm:pt>
    <dgm:pt modelId="{879060D1-4830-4EA7-9149-EAFBF0F135EF}" type="parTrans" cxnId="{54CCCC4F-AF60-4159-9FE6-CB440BF354E2}">
      <dgm:prSet/>
      <dgm:spPr/>
      <dgm:t>
        <a:bodyPr/>
        <a:lstStyle/>
        <a:p>
          <a:endParaRPr lang="en-US"/>
        </a:p>
      </dgm:t>
    </dgm:pt>
    <dgm:pt modelId="{90D171D0-976B-4088-9E7C-2A5C16CC44D1}" type="sibTrans" cxnId="{54CCCC4F-AF60-4159-9FE6-CB440BF354E2}">
      <dgm:prSet/>
      <dgm:spPr/>
      <dgm:t>
        <a:bodyPr/>
        <a:lstStyle/>
        <a:p>
          <a:endParaRPr lang="en-US"/>
        </a:p>
      </dgm:t>
    </dgm:pt>
    <dgm:pt modelId="{CEB3B3A2-2895-4A54-A439-EF6317B95347}">
      <dgm:prSet phldrT="[Text]" custT="1"/>
      <dgm:spPr>
        <a:solidFill>
          <a:schemeClr val="accent4"/>
        </a:solidFill>
      </dgm:spPr>
      <dgm:t>
        <a:bodyPr/>
        <a:lstStyle/>
        <a:p>
          <a:pPr algn="ctr"/>
          <a:r>
            <a:rPr lang="en-US" sz="2800" dirty="0" err="1">
              <a:latin typeface="Times New Roman" panose="02020603050405020304" pitchFamily="18" charset="0"/>
              <a:cs typeface="Times New Roman" panose="02020603050405020304" pitchFamily="18" charset="0"/>
            </a:rPr>
            <a:t>Mục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tiêu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nghiên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cứu</a:t>
          </a:r>
          <a:endParaRPr lang="en-US" sz="2800" dirty="0">
            <a:latin typeface="Times New Roman" panose="02020603050405020304" pitchFamily="18" charset="0"/>
            <a:cs typeface="Times New Roman" panose="02020603050405020304" pitchFamily="18" charset="0"/>
          </a:endParaRPr>
        </a:p>
      </dgm:t>
    </dgm:pt>
    <dgm:pt modelId="{E9088235-3CD4-4E8D-9D1D-CBF75D38702F}" type="sibTrans" cxnId="{2B02F7D2-958D-46D0-A888-AA4AF5002D95}">
      <dgm:prSet/>
      <dgm:spPr/>
      <dgm:t>
        <a:bodyPr/>
        <a:lstStyle/>
        <a:p>
          <a:endParaRPr lang="en-US"/>
        </a:p>
      </dgm:t>
    </dgm:pt>
    <dgm:pt modelId="{B0A05228-60BB-4919-90DF-0E10C0CF3960}" type="parTrans" cxnId="{2B02F7D2-958D-46D0-A888-AA4AF5002D95}">
      <dgm:prSet/>
      <dgm:spPr/>
      <dgm:t>
        <a:bodyPr/>
        <a:lstStyle/>
        <a:p>
          <a:endParaRPr lang="en-US"/>
        </a:p>
      </dgm:t>
    </dgm:pt>
    <dgm:pt modelId="{7A438D38-3DE3-4F1B-B0FE-A9F65E0F2FEC}">
      <dgm:prSet phldrT="[Text]" custT="1"/>
      <dgm:spPr>
        <a:solidFill>
          <a:srgbClr val="C00000"/>
        </a:solidFill>
      </dgm:spPr>
      <dgm:t>
        <a:bodyPr/>
        <a:lstStyle/>
        <a:p>
          <a:pPr algn="ctr"/>
          <a:r>
            <a:rPr lang="en-US" sz="2800" dirty="0">
              <a:latin typeface="Times New Roman" panose="02020603050405020304" pitchFamily="18" charset="0"/>
              <a:cs typeface="Times New Roman" panose="02020603050405020304" pitchFamily="18" charset="0"/>
            </a:rPr>
            <a:t>Lý do </a:t>
          </a:r>
          <a:r>
            <a:rPr lang="en-US" sz="2800" dirty="0" err="1">
              <a:latin typeface="Times New Roman" panose="02020603050405020304" pitchFamily="18" charset="0"/>
              <a:cs typeface="Times New Roman" panose="02020603050405020304" pitchFamily="18" charset="0"/>
            </a:rPr>
            <a:t>chọn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đề</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tài</a:t>
          </a:r>
          <a:endParaRPr lang="en-US" sz="2800" dirty="0">
            <a:latin typeface="Times New Roman" panose="02020603050405020304" pitchFamily="18" charset="0"/>
            <a:cs typeface="Times New Roman" panose="02020603050405020304" pitchFamily="18" charset="0"/>
          </a:endParaRPr>
        </a:p>
      </dgm:t>
    </dgm:pt>
    <dgm:pt modelId="{46B70512-54C0-4673-8901-635A55A6A5C9}" type="sibTrans" cxnId="{E794226A-AC2B-40D7-819B-250BDB710461}">
      <dgm:prSet/>
      <dgm:spPr/>
      <dgm:t>
        <a:bodyPr/>
        <a:lstStyle/>
        <a:p>
          <a:endParaRPr lang="en-US"/>
        </a:p>
      </dgm:t>
    </dgm:pt>
    <dgm:pt modelId="{DF8901E3-2A08-45DF-B28E-4121980660F8}" type="parTrans" cxnId="{E794226A-AC2B-40D7-819B-250BDB710461}">
      <dgm:prSet/>
      <dgm:spPr/>
      <dgm:t>
        <a:bodyPr/>
        <a:lstStyle/>
        <a:p>
          <a:endParaRPr lang="en-US"/>
        </a:p>
      </dgm:t>
    </dgm:pt>
    <dgm:pt modelId="{BF5FF8C7-37A9-4F48-ACA8-2D7E8E917845}" type="pres">
      <dgm:prSet presAssocID="{CFB0959B-7CCF-4F10-AC4A-AD7E4F9122E4}" presName="diagram" presStyleCnt="0">
        <dgm:presLayoutVars>
          <dgm:dir/>
          <dgm:animLvl val="lvl"/>
          <dgm:resizeHandles val="exact"/>
        </dgm:presLayoutVars>
      </dgm:prSet>
      <dgm:spPr/>
    </dgm:pt>
    <dgm:pt modelId="{A06C4D55-7755-472D-8D11-82E2A4E60AEC}" type="pres">
      <dgm:prSet presAssocID="{7A438D38-3DE3-4F1B-B0FE-A9F65E0F2FEC}" presName="compNode" presStyleCnt="0"/>
      <dgm:spPr/>
    </dgm:pt>
    <dgm:pt modelId="{29030AC6-01B7-4288-983D-E015C79B3679}" type="pres">
      <dgm:prSet presAssocID="{7A438D38-3DE3-4F1B-B0FE-A9F65E0F2FEC}" presName="childRect" presStyleLbl="bgAcc1" presStyleIdx="0" presStyleCnt="3">
        <dgm:presLayoutVars>
          <dgm:bulletEnabled val="1"/>
        </dgm:presLayoutVars>
      </dgm:prSet>
      <dgm:spPr/>
    </dgm:pt>
    <dgm:pt modelId="{FC781842-B571-4FF7-917E-D9172C93F5F2}" type="pres">
      <dgm:prSet presAssocID="{7A438D38-3DE3-4F1B-B0FE-A9F65E0F2FEC}" presName="parentText" presStyleLbl="node1" presStyleIdx="0" presStyleCnt="0">
        <dgm:presLayoutVars>
          <dgm:chMax val="0"/>
          <dgm:bulletEnabled val="1"/>
        </dgm:presLayoutVars>
      </dgm:prSet>
      <dgm:spPr/>
    </dgm:pt>
    <dgm:pt modelId="{3B843543-E8E3-4FFE-A4C3-9086AAF6180C}" type="pres">
      <dgm:prSet presAssocID="{7A438D38-3DE3-4F1B-B0FE-A9F65E0F2FEC}" presName="parentRect" presStyleLbl="alignNode1" presStyleIdx="0" presStyleCnt="3"/>
      <dgm:spPr/>
    </dgm:pt>
    <dgm:pt modelId="{E197657A-D654-45F1-B074-535960AFA50C}" type="pres">
      <dgm:prSet presAssocID="{7A438D38-3DE3-4F1B-B0FE-A9F65E0F2FEC}" presName="adorn" presStyleLbl="fgAccFollowNode1" presStyleIdx="0" presStyleCnt="3"/>
      <dgm:spPr>
        <a:blipFill rotWithShape="1">
          <a:blip xmlns:r="http://schemas.openxmlformats.org/officeDocument/2006/relationships" r:embed="rId1"/>
          <a:srcRect/>
          <a:stretch>
            <a:fillRect/>
          </a:stretch>
        </a:blipFill>
      </dgm:spPr>
    </dgm:pt>
    <dgm:pt modelId="{435ED172-B35C-4C1D-815C-7280CE6FFFDC}" type="pres">
      <dgm:prSet presAssocID="{46B70512-54C0-4673-8901-635A55A6A5C9}" presName="sibTrans" presStyleLbl="sibTrans2D1" presStyleIdx="0" presStyleCnt="0"/>
      <dgm:spPr/>
    </dgm:pt>
    <dgm:pt modelId="{7F1D8B3A-F4A5-484B-91AD-472630732155}" type="pres">
      <dgm:prSet presAssocID="{CEB3B3A2-2895-4A54-A439-EF6317B95347}" presName="compNode" presStyleCnt="0"/>
      <dgm:spPr/>
    </dgm:pt>
    <dgm:pt modelId="{B198524E-75DE-49C5-84E5-27F0E7BE88C5}" type="pres">
      <dgm:prSet presAssocID="{CEB3B3A2-2895-4A54-A439-EF6317B95347}" presName="childRect" presStyleLbl="bgAcc1" presStyleIdx="1" presStyleCnt="3">
        <dgm:presLayoutVars>
          <dgm:bulletEnabled val="1"/>
        </dgm:presLayoutVars>
      </dgm:prSet>
      <dgm:spPr/>
    </dgm:pt>
    <dgm:pt modelId="{9A879B22-A5DD-426B-96D1-D9049B8EB7C5}" type="pres">
      <dgm:prSet presAssocID="{CEB3B3A2-2895-4A54-A439-EF6317B95347}" presName="parentText" presStyleLbl="node1" presStyleIdx="0" presStyleCnt="0">
        <dgm:presLayoutVars>
          <dgm:chMax val="0"/>
          <dgm:bulletEnabled val="1"/>
        </dgm:presLayoutVars>
      </dgm:prSet>
      <dgm:spPr/>
    </dgm:pt>
    <dgm:pt modelId="{F154765D-0495-4DE5-A6F7-DEDCDCEC2C77}" type="pres">
      <dgm:prSet presAssocID="{CEB3B3A2-2895-4A54-A439-EF6317B95347}" presName="parentRect" presStyleLbl="alignNode1" presStyleIdx="1" presStyleCnt="3"/>
      <dgm:spPr/>
    </dgm:pt>
    <dgm:pt modelId="{B7AAED54-4223-4C9A-B31C-E8AC1501FEFF}" type="pres">
      <dgm:prSet presAssocID="{CEB3B3A2-2895-4A54-A439-EF6317B95347}" presName="adorn" presStyleLbl="fgAccFollowNode1" presStyleIdx="1" presStyleCnt="3"/>
      <dgm:spPr>
        <a:blipFill rotWithShape="1">
          <a:blip xmlns:r="http://schemas.openxmlformats.org/officeDocument/2006/relationships" r:embed="rId2"/>
          <a:srcRect/>
          <a:stretch>
            <a:fillRect/>
          </a:stretch>
        </a:blipFill>
      </dgm:spPr>
    </dgm:pt>
    <dgm:pt modelId="{00ABF23F-BBE1-4574-B776-A6557C8DA0CC}" type="pres">
      <dgm:prSet presAssocID="{E9088235-3CD4-4E8D-9D1D-CBF75D38702F}" presName="sibTrans" presStyleLbl="sibTrans2D1" presStyleIdx="0" presStyleCnt="0"/>
      <dgm:spPr/>
    </dgm:pt>
    <dgm:pt modelId="{8345762E-4854-4F1D-862E-981B6EACB9E2}" type="pres">
      <dgm:prSet presAssocID="{0AEBF755-E8AD-4496-AE1C-4D5FBDDE9C19}" presName="compNode" presStyleCnt="0"/>
      <dgm:spPr/>
    </dgm:pt>
    <dgm:pt modelId="{2116B125-1565-4D20-A43D-54454B5A6880}" type="pres">
      <dgm:prSet presAssocID="{0AEBF755-E8AD-4496-AE1C-4D5FBDDE9C19}" presName="childRect" presStyleLbl="bgAcc1" presStyleIdx="2" presStyleCnt="3">
        <dgm:presLayoutVars>
          <dgm:bulletEnabled val="1"/>
        </dgm:presLayoutVars>
      </dgm:prSet>
      <dgm:spPr/>
    </dgm:pt>
    <dgm:pt modelId="{6597C935-A396-474E-8504-4E09CCA93FAD}" type="pres">
      <dgm:prSet presAssocID="{0AEBF755-E8AD-4496-AE1C-4D5FBDDE9C19}" presName="parentText" presStyleLbl="node1" presStyleIdx="0" presStyleCnt="0">
        <dgm:presLayoutVars>
          <dgm:chMax val="0"/>
          <dgm:bulletEnabled val="1"/>
        </dgm:presLayoutVars>
      </dgm:prSet>
      <dgm:spPr/>
    </dgm:pt>
    <dgm:pt modelId="{56B5B699-1135-4568-8A0D-810DDF8B5513}" type="pres">
      <dgm:prSet presAssocID="{0AEBF755-E8AD-4496-AE1C-4D5FBDDE9C19}" presName="parentRect" presStyleLbl="alignNode1" presStyleIdx="2" presStyleCnt="3"/>
      <dgm:spPr/>
    </dgm:pt>
    <dgm:pt modelId="{5CE2BF6D-AD7D-46BD-AD46-FC0DABED0829}" type="pres">
      <dgm:prSet presAssocID="{0AEBF755-E8AD-4496-AE1C-4D5FBDDE9C19}" presName="adorn" presStyleLbl="fgAccFollowNode1" presStyleIdx="2" presStyleCnt="3"/>
      <dgm:spPr>
        <a:blipFill rotWithShape="1">
          <a:blip xmlns:r="http://schemas.openxmlformats.org/officeDocument/2006/relationships" r:embed="rId3"/>
          <a:srcRect/>
          <a:stretch>
            <a:fillRect l="-42000" r="-42000"/>
          </a:stretch>
        </a:blipFill>
      </dgm:spPr>
    </dgm:pt>
  </dgm:ptLst>
  <dgm:cxnLst>
    <dgm:cxn modelId="{5DE33A27-1A80-4CEF-8CD4-4EC2D5855472}" type="presOf" srcId="{7A438D38-3DE3-4F1B-B0FE-A9F65E0F2FEC}" destId="{FC781842-B571-4FF7-917E-D9172C93F5F2}" srcOrd="0" destOrd="0" presId="urn:microsoft.com/office/officeart/2005/8/layout/bList2"/>
    <dgm:cxn modelId="{CC7C4049-2C28-4F0D-94B6-6DA9DA6E5992}" type="presOf" srcId="{7A438D38-3DE3-4F1B-B0FE-A9F65E0F2FEC}" destId="{3B843543-E8E3-4FFE-A4C3-9086AAF6180C}" srcOrd="1" destOrd="0" presId="urn:microsoft.com/office/officeart/2005/8/layout/bList2"/>
    <dgm:cxn modelId="{E794226A-AC2B-40D7-819B-250BDB710461}" srcId="{CFB0959B-7CCF-4F10-AC4A-AD7E4F9122E4}" destId="{7A438D38-3DE3-4F1B-B0FE-A9F65E0F2FEC}" srcOrd="0" destOrd="0" parTransId="{DF8901E3-2A08-45DF-B28E-4121980660F8}" sibTransId="{46B70512-54C0-4673-8901-635A55A6A5C9}"/>
    <dgm:cxn modelId="{10379D4D-F9CC-4633-8658-CB825BAB3530}" type="presOf" srcId="{E9088235-3CD4-4E8D-9D1D-CBF75D38702F}" destId="{00ABF23F-BBE1-4574-B776-A6557C8DA0CC}" srcOrd="0" destOrd="0" presId="urn:microsoft.com/office/officeart/2005/8/layout/bList2"/>
    <dgm:cxn modelId="{54CCCC4F-AF60-4159-9FE6-CB440BF354E2}" srcId="{CFB0959B-7CCF-4F10-AC4A-AD7E4F9122E4}" destId="{0AEBF755-E8AD-4496-AE1C-4D5FBDDE9C19}" srcOrd="2" destOrd="0" parTransId="{879060D1-4830-4EA7-9149-EAFBF0F135EF}" sibTransId="{90D171D0-976B-4088-9E7C-2A5C16CC44D1}"/>
    <dgm:cxn modelId="{00697482-AB89-41C3-AEE3-4CAC46EB2277}" type="presOf" srcId="{CFB0959B-7CCF-4F10-AC4A-AD7E4F9122E4}" destId="{BF5FF8C7-37A9-4F48-ACA8-2D7E8E917845}" srcOrd="0" destOrd="0" presId="urn:microsoft.com/office/officeart/2005/8/layout/bList2"/>
    <dgm:cxn modelId="{2B02F7D2-958D-46D0-A888-AA4AF5002D95}" srcId="{CFB0959B-7CCF-4F10-AC4A-AD7E4F9122E4}" destId="{CEB3B3A2-2895-4A54-A439-EF6317B95347}" srcOrd="1" destOrd="0" parTransId="{B0A05228-60BB-4919-90DF-0E10C0CF3960}" sibTransId="{E9088235-3CD4-4E8D-9D1D-CBF75D38702F}"/>
    <dgm:cxn modelId="{176DE3D4-3A66-4BDD-8A9B-0A61CA1E096A}" type="presOf" srcId="{46B70512-54C0-4673-8901-635A55A6A5C9}" destId="{435ED172-B35C-4C1D-815C-7280CE6FFFDC}" srcOrd="0" destOrd="0" presId="urn:microsoft.com/office/officeart/2005/8/layout/bList2"/>
    <dgm:cxn modelId="{3C521EE2-0AFE-46CC-9C81-C87D84F6B64D}" type="presOf" srcId="{0AEBF755-E8AD-4496-AE1C-4D5FBDDE9C19}" destId="{56B5B699-1135-4568-8A0D-810DDF8B5513}" srcOrd="1" destOrd="0" presId="urn:microsoft.com/office/officeart/2005/8/layout/bList2"/>
    <dgm:cxn modelId="{D174DDE5-2A1C-4D7F-9C65-4D48B3FA28C0}" type="presOf" srcId="{CEB3B3A2-2895-4A54-A439-EF6317B95347}" destId="{9A879B22-A5DD-426B-96D1-D9049B8EB7C5}" srcOrd="0" destOrd="0" presId="urn:microsoft.com/office/officeart/2005/8/layout/bList2"/>
    <dgm:cxn modelId="{414602EF-4AF9-40CC-9C0D-11BF7A8D2DDB}" type="presOf" srcId="{0AEBF755-E8AD-4496-AE1C-4D5FBDDE9C19}" destId="{6597C935-A396-474E-8504-4E09CCA93FAD}" srcOrd="0" destOrd="0" presId="urn:microsoft.com/office/officeart/2005/8/layout/bList2"/>
    <dgm:cxn modelId="{E46513F4-0679-4754-8BE8-D2E0F86B007F}" type="presOf" srcId="{CEB3B3A2-2895-4A54-A439-EF6317B95347}" destId="{F154765D-0495-4DE5-A6F7-DEDCDCEC2C77}" srcOrd="1" destOrd="0" presId="urn:microsoft.com/office/officeart/2005/8/layout/bList2"/>
    <dgm:cxn modelId="{2BFEAC7E-87E0-4E90-8A57-98FC01A14526}" type="presParOf" srcId="{BF5FF8C7-37A9-4F48-ACA8-2D7E8E917845}" destId="{A06C4D55-7755-472D-8D11-82E2A4E60AEC}" srcOrd="0" destOrd="0" presId="urn:microsoft.com/office/officeart/2005/8/layout/bList2"/>
    <dgm:cxn modelId="{95D82626-4B21-43F2-AF00-3EE83EF125AD}" type="presParOf" srcId="{A06C4D55-7755-472D-8D11-82E2A4E60AEC}" destId="{29030AC6-01B7-4288-983D-E015C79B3679}" srcOrd="0" destOrd="0" presId="urn:microsoft.com/office/officeart/2005/8/layout/bList2"/>
    <dgm:cxn modelId="{D32A1ED3-C0E6-457A-80F9-1F9C5C1C183D}" type="presParOf" srcId="{A06C4D55-7755-472D-8D11-82E2A4E60AEC}" destId="{FC781842-B571-4FF7-917E-D9172C93F5F2}" srcOrd="1" destOrd="0" presId="urn:microsoft.com/office/officeart/2005/8/layout/bList2"/>
    <dgm:cxn modelId="{D4381ED6-FE30-4A8A-9785-452A2C2C049F}" type="presParOf" srcId="{A06C4D55-7755-472D-8D11-82E2A4E60AEC}" destId="{3B843543-E8E3-4FFE-A4C3-9086AAF6180C}" srcOrd="2" destOrd="0" presId="urn:microsoft.com/office/officeart/2005/8/layout/bList2"/>
    <dgm:cxn modelId="{AD375324-3DDE-40E6-B96D-113F103FF1AF}" type="presParOf" srcId="{A06C4D55-7755-472D-8D11-82E2A4E60AEC}" destId="{E197657A-D654-45F1-B074-535960AFA50C}" srcOrd="3" destOrd="0" presId="urn:microsoft.com/office/officeart/2005/8/layout/bList2"/>
    <dgm:cxn modelId="{A472E531-D294-4B3C-A7CE-ED2CAE983531}" type="presParOf" srcId="{BF5FF8C7-37A9-4F48-ACA8-2D7E8E917845}" destId="{435ED172-B35C-4C1D-815C-7280CE6FFFDC}" srcOrd="1" destOrd="0" presId="urn:microsoft.com/office/officeart/2005/8/layout/bList2"/>
    <dgm:cxn modelId="{A9E4108C-2697-4319-9FE7-FA2FD35E2072}" type="presParOf" srcId="{BF5FF8C7-37A9-4F48-ACA8-2D7E8E917845}" destId="{7F1D8B3A-F4A5-484B-91AD-472630732155}" srcOrd="2" destOrd="0" presId="urn:microsoft.com/office/officeart/2005/8/layout/bList2"/>
    <dgm:cxn modelId="{99903CED-3938-4818-9773-27D785F41F5D}" type="presParOf" srcId="{7F1D8B3A-F4A5-484B-91AD-472630732155}" destId="{B198524E-75DE-49C5-84E5-27F0E7BE88C5}" srcOrd="0" destOrd="0" presId="urn:microsoft.com/office/officeart/2005/8/layout/bList2"/>
    <dgm:cxn modelId="{E7957382-6F5C-4AD5-9A02-BAAC5651649A}" type="presParOf" srcId="{7F1D8B3A-F4A5-484B-91AD-472630732155}" destId="{9A879B22-A5DD-426B-96D1-D9049B8EB7C5}" srcOrd="1" destOrd="0" presId="urn:microsoft.com/office/officeart/2005/8/layout/bList2"/>
    <dgm:cxn modelId="{5559F986-304C-4075-A938-3340FA600E1A}" type="presParOf" srcId="{7F1D8B3A-F4A5-484B-91AD-472630732155}" destId="{F154765D-0495-4DE5-A6F7-DEDCDCEC2C77}" srcOrd="2" destOrd="0" presId="urn:microsoft.com/office/officeart/2005/8/layout/bList2"/>
    <dgm:cxn modelId="{A76B4F43-38AA-4B14-A078-3CB360168F10}" type="presParOf" srcId="{7F1D8B3A-F4A5-484B-91AD-472630732155}" destId="{B7AAED54-4223-4C9A-B31C-E8AC1501FEFF}" srcOrd="3" destOrd="0" presId="urn:microsoft.com/office/officeart/2005/8/layout/bList2"/>
    <dgm:cxn modelId="{F6A31460-03DC-42D4-81D0-8BC9E4613C78}" type="presParOf" srcId="{BF5FF8C7-37A9-4F48-ACA8-2D7E8E917845}" destId="{00ABF23F-BBE1-4574-B776-A6557C8DA0CC}" srcOrd="3" destOrd="0" presId="urn:microsoft.com/office/officeart/2005/8/layout/bList2"/>
    <dgm:cxn modelId="{2578E204-249F-45F8-9F26-8D52358B4F59}" type="presParOf" srcId="{BF5FF8C7-37A9-4F48-ACA8-2D7E8E917845}" destId="{8345762E-4854-4F1D-862E-981B6EACB9E2}" srcOrd="4" destOrd="0" presId="urn:microsoft.com/office/officeart/2005/8/layout/bList2"/>
    <dgm:cxn modelId="{A26B899B-8B60-4D0E-AA17-44DF24D27CEC}" type="presParOf" srcId="{8345762E-4854-4F1D-862E-981B6EACB9E2}" destId="{2116B125-1565-4D20-A43D-54454B5A6880}" srcOrd="0" destOrd="0" presId="urn:microsoft.com/office/officeart/2005/8/layout/bList2"/>
    <dgm:cxn modelId="{9D228DAA-F8DB-47D8-82D8-195DED14284A}" type="presParOf" srcId="{8345762E-4854-4F1D-862E-981B6EACB9E2}" destId="{6597C935-A396-474E-8504-4E09CCA93FAD}" srcOrd="1" destOrd="0" presId="urn:microsoft.com/office/officeart/2005/8/layout/bList2"/>
    <dgm:cxn modelId="{EBD0FDAF-64F8-4322-ACBA-EC234AFDB877}" type="presParOf" srcId="{8345762E-4854-4F1D-862E-981B6EACB9E2}" destId="{56B5B699-1135-4568-8A0D-810DDF8B5513}" srcOrd="2" destOrd="0" presId="urn:microsoft.com/office/officeart/2005/8/layout/bList2"/>
    <dgm:cxn modelId="{A369BBE9-8F0C-4581-BB4B-CA8692340740}" type="presParOf" srcId="{8345762E-4854-4F1D-862E-981B6EACB9E2}" destId="{5CE2BF6D-AD7D-46BD-AD46-FC0DABED0829}" srcOrd="3" destOrd="0" presId="urn:microsoft.com/office/officeart/2005/8/layout/b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FEBC132-6290-49BA-BEFF-60526294BFA3}" type="doc">
      <dgm:prSet loTypeId="urn:microsoft.com/office/officeart/2005/8/layout/list1" loCatId="list" qsTypeId="urn:microsoft.com/office/officeart/2005/8/quickstyle/simple1" qsCatId="simple" csTypeId="urn:microsoft.com/office/officeart/2005/8/colors/colorful1" csCatId="colorful" phldr="1"/>
      <dgm:spPr/>
      <dgm:t>
        <a:bodyPr/>
        <a:lstStyle/>
        <a:p>
          <a:endParaRPr lang="en-US"/>
        </a:p>
      </dgm:t>
    </dgm:pt>
    <dgm:pt modelId="{CEF82A58-2B41-43F8-A3E8-846334E1BCB8}">
      <dgm:prSet phldrT="[Text]"/>
      <dgm:spPr/>
      <dgm:t>
        <a:bodyPr/>
        <a:lstStyle/>
        <a:p>
          <a:r>
            <a:rPr lang="en-US">
              <a:latin typeface="Times New Roman" panose="02020603050405020304" pitchFamily="18" charset="0"/>
              <a:cs typeface="Times New Roman" panose="02020603050405020304" pitchFamily="18" charset="0"/>
            </a:rPr>
            <a:t>Thiết kế phần mềm ứng dụng quản lý phòng học </a:t>
          </a:r>
          <a:endParaRPr lang="en-US"/>
        </a:p>
      </dgm:t>
    </dgm:pt>
    <dgm:pt modelId="{5620C0AC-6BC2-42B8-8AC0-D84E65F381F0}" type="parTrans" cxnId="{2B356C7F-ED95-4EF5-9D01-23B07353A77C}">
      <dgm:prSet/>
      <dgm:spPr/>
      <dgm:t>
        <a:bodyPr/>
        <a:lstStyle/>
        <a:p>
          <a:endParaRPr lang="en-US"/>
        </a:p>
      </dgm:t>
    </dgm:pt>
    <dgm:pt modelId="{0CA5583C-1504-4EBA-B990-B0E156E4886B}" type="sibTrans" cxnId="{2B356C7F-ED95-4EF5-9D01-23B07353A77C}">
      <dgm:prSet/>
      <dgm:spPr/>
      <dgm:t>
        <a:bodyPr/>
        <a:lstStyle/>
        <a:p>
          <a:endParaRPr lang="en-US"/>
        </a:p>
      </dgm:t>
    </dgm:pt>
    <dgm:pt modelId="{1EDC56A8-391A-4F58-8668-6887B13FB15A}">
      <dgm:prSet phldrT="[Text]"/>
      <dgm:spPr/>
      <dgm:t>
        <a:bodyPr/>
        <a:lstStyle/>
        <a:p>
          <a:r>
            <a:rPr lang="en-US">
              <a:latin typeface="Times New Roman" panose="02020603050405020304" pitchFamily="18" charset="0"/>
              <a:cs typeface="Times New Roman" panose="02020603050405020304" pitchFamily="18" charset="0"/>
            </a:rPr>
            <a:t>Thiết kế phần cứng tích hợp công nghệ IoT </a:t>
          </a:r>
          <a:endParaRPr lang="en-US"/>
        </a:p>
      </dgm:t>
    </dgm:pt>
    <dgm:pt modelId="{4B8D4904-4377-471D-A92E-EF4B6CD2C9C8}" type="parTrans" cxnId="{78F96153-5213-47BC-B5C2-4F778A554388}">
      <dgm:prSet/>
      <dgm:spPr/>
      <dgm:t>
        <a:bodyPr/>
        <a:lstStyle/>
        <a:p>
          <a:endParaRPr lang="en-US"/>
        </a:p>
      </dgm:t>
    </dgm:pt>
    <dgm:pt modelId="{B782F417-6869-4FE8-973C-F7E0C468F40D}" type="sibTrans" cxnId="{78F96153-5213-47BC-B5C2-4F778A554388}">
      <dgm:prSet/>
      <dgm:spPr/>
      <dgm:t>
        <a:bodyPr/>
        <a:lstStyle/>
        <a:p>
          <a:endParaRPr lang="en-US"/>
        </a:p>
      </dgm:t>
    </dgm:pt>
    <dgm:pt modelId="{D1AD3A97-B168-40DF-B4AB-E3AEE7667073}">
      <dgm:prSet phldrT="[Text]"/>
      <dgm:spPr/>
      <dgm:t>
        <a:bodyPr/>
        <a:lstStyle/>
        <a:p>
          <a:r>
            <a:rPr lang="en-US">
              <a:latin typeface="Times New Roman" panose="02020603050405020304" pitchFamily="18" charset="0"/>
              <a:cs typeface="Times New Roman" panose="02020603050405020304" pitchFamily="18" charset="0"/>
            </a:rPr>
            <a:t>Thiết kế web giám sát, quản lý hệ thống</a:t>
          </a:r>
          <a:endParaRPr lang="en-US"/>
        </a:p>
      </dgm:t>
    </dgm:pt>
    <dgm:pt modelId="{9636A7FA-D00C-46C0-A6EA-A45AA81342FC}" type="parTrans" cxnId="{7783D4AB-54B3-4683-864A-F05F72794CFC}">
      <dgm:prSet/>
      <dgm:spPr/>
      <dgm:t>
        <a:bodyPr/>
        <a:lstStyle/>
        <a:p>
          <a:endParaRPr lang="en-US"/>
        </a:p>
      </dgm:t>
    </dgm:pt>
    <dgm:pt modelId="{7C1C2E9D-29DD-4DB6-9F63-DBD1406B345F}" type="sibTrans" cxnId="{7783D4AB-54B3-4683-864A-F05F72794CFC}">
      <dgm:prSet/>
      <dgm:spPr/>
      <dgm:t>
        <a:bodyPr/>
        <a:lstStyle/>
        <a:p>
          <a:endParaRPr lang="en-US"/>
        </a:p>
      </dgm:t>
    </dgm:pt>
    <dgm:pt modelId="{934BF5D3-0797-4748-AE7B-D3F6D7A5FC9E}" type="pres">
      <dgm:prSet presAssocID="{5FEBC132-6290-49BA-BEFF-60526294BFA3}" presName="linear" presStyleCnt="0">
        <dgm:presLayoutVars>
          <dgm:dir/>
          <dgm:animLvl val="lvl"/>
          <dgm:resizeHandles val="exact"/>
        </dgm:presLayoutVars>
      </dgm:prSet>
      <dgm:spPr/>
    </dgm:pt>
    <dgm:pt modelId="{56B2CF96-B639-4337-BF58-1052A3EF5E0F}" type="pres">
      <dgm:prSet presAssocID="{CEF82A58-2B41-43F8-A3E8-846334E1BCB8}" presName="parentLin" presStyleCnt="0"/>
      <dgm:spPr/>
    </dgm:pt>
    <dgm:pt modelId="{DD3AE843-264D-4C53-AA7F-0453797A6C42}" type="pres">
      <dgm:prSet presAssocID="{CEF82A58-2B41-43F8-A3E8-846334E1BCB8}" presName="parentLeftMargin" presStyleLbl="node1" presStyleIdx="0" presStyleCnt="3"/>
      <dgm:spPr/>
    </dgm:pt>
    <dgm:pt modelId="{B6B8E896-0C00-4194-AA1B-2296B64B24EF}" type="pres">
      <dgm:prSet presAssocID="{CEF82A58-2B41-43F8-A3E8-846334E1BCB8}" presName="parentText" presStyleLbl="node1" presStyleIdx="0" presStyleCnt="3" custScaleX="120219">
        <dgm:presLayoutVars>
          <dgm:chMax val="0"/>
          <dgm:bulletEnabled val="1"/>
        </dgm:presLayoutVars>
      </dgm:prSet>
      <dgm:spPr/>
    </dgm:pt>
    <dgm:pt modelId="{61F62843-03DA-4178-9683-4E5659D92038}" type="pres">
      <dgm:prSet presAssocID="{CEF82A58-2B41-43F8-A3E8-846334E1BCB8}" presName="negativeSpace" presStyleCnt="0"/>
      <dgm:spPr/>
    </dgm:pt>
    <dgm:pt modelId="{AA7B0E06-9E57-4200-8B4D-BF1A0CEE1970}" type="pres">
      <dgm:prSet presAssocID="{CEF82A58-2B41-43F8-A3E8-846334E1BCB8}" presName="childText" presStyleLbl="conFgAcc1" presStyleIdx="0" presStyleCnt="3">
        <dgm:presLayoutVars>
          <dgm:bulletEnabled val="1"/>
        </dgm:presLayoutVars>
      </dgm:prSet>
      <dgm:spPr/>
    </dgm:pt>
    <dgm:pt modelId="{2FCF6DAF-E420-4524-A969-D9DCE5E30062}" type="pres">
      <dgm:prSet presAssocID="{0CA5583C-1504-4EBA-B990-B0E156E4886B}" presName="spaceBetweenRectangles" presStyleCnt="0"/>
      <dgm:spPr/>
    </dgm:pt>
    <dgm:pt modelId="{DA4E6006-009C-4770-95DD-35EF11CAE19D}" type="pres">
      <dgm:prSet presAssocID="{1EDC56A8-391A-4F58-8668-6887B13FB15A}" presName="parentLin" presStyleCnt="0"/>
      <dgm:spPr/>
    </dgm:pt>
    <dgm:pt modelId="{7BEF8EB4-9DB2-4C09-8932-1E8F0EA05F80}" type="pres">
      <dgm:prSet presAssocID="{1EDC56A8-391A-4F58-8668-6887B13FB15A}" presName="parentLeftMargin" presStyleLbl="node1" presStyleIdx="0" presStyleCnt="3"/>
      <dgm:spPr/>
    </dgm:pt>
    <dgm:pt modelId="{9816C6D1-1FA8-4776-A073-CEEF99CA7277}" type="pres">
      <dgm:prSet presAssocID="{1EDC56A8-391A-4F58-8668-6887B13FB15A}" presName="parentText" presStyleLbl="node1" presStyleIdx="1" presStyleCnt="3" custScaleX="120067">
        <dgm:presLayoutVars>
          <dgm:chMax val="0"/>
          <dgm:bulletEnabled val="1"/>
        </dgm:presLayoutVars>
      </dgm:prSet>
      <dgm:spPr/>
    </dgm:pt>
    <dgm:pt modelId="{1F7CB583-766C-4AEB-A3C5-62F6AD763202}" type="pres">
      <dgm:prSet presAssocID="{1EDC56A8-391A-4F58-8668-6887B13FB15A}" presName="negativeSpace" presStyleCnt="0"/>
      <dgm:spPr/>
    </dgm:pt>
    <dgm:pt modelId="{20999BDB-DC1A-4176-AE25-9A04B33DBE86}" type="pres">
      <dgm:prSet presAssocID="{1EDC56A8-391A-4F58-8668-6887B13FB15A}" presName="childText" presStyleLbl="conFgAcc1" presStyleIdx="1" presStyleCnt="3">
        <dgm:presLayoutVars>
          <dgm:bulletEnabled val="1"/>
        </dgm:presLayoutVars>
      </dgm:prSet>
      <dgm:spPr/>
    </dgm:pt>
    <dgm:pt modelId="{A653EE79-1AF7-4709-A7CB-C8F334616278}" type="pres">
      <dgm:prSet presAssocID="{B782F417-6869-4FE8-973C-F7E0C468F40D}" presName="spaceBetweenRectangles" presStyleCnt="0"/>
      <dgm:spPr/>
    </dgm:pt>
    <dgm:pt modelId="{B505F7FB-8975-4F16-A7A8-47B6162CA6CB}" type="pres">
      <dgm:prSet presAssocID="{D1AD3A97-B168-40DF-B4AB-E3AEE7667073}" presName="parentLin" presStyleCnt="0"/>
      <dgm:spPr/>
    </dgm:pt>
    <dgm:pt modelId="{94201136-06FF-46EA-9307-DC455D6BC1A0}" type="pres">
      <dgm:prSet presAssocID="{D1AD3A97-B168-40DF-B4AB-E3AEE7667073}" presName="parentLeftMargin" presStyleLbl="node1" presStyleIdx="1" presStyleCnt="3"/>
      <dgm:spPr/>
    </dgm:pt>
    <dgm:pt modelId="{8612B3E1-95F2-452F-BE02-FD864A7E1E44}" type="pres">
      <dgm:prSet presAssocID="{D1AD3A97-B168-40DF-B4AB-E3AEE7667073}" presName="parentText" presStyleLbl="node1" presStyleIdx="2" presStyleCnt="3" custScaleX="120853">
        <dgm:presLayoutVars>
          <dgm:chMax val="0"/>
          <dgm:bulletEnabled val="1"/>
        </dgm:presLayoutVars>
      </dgm:prSet>
      <dgm:spPr/>
    </dgm:pt>
    <dgm:pt modelId="{8B80AA14-B697-40CA-A981-CB3D37F578C1}" type="pres">
      <dgm:prSet presAssocID="{D1AD3A97-B168-40DF-B4AB-E3AEE7667073}" presName="negativeSpace" presStyleCnt="0"/>
      <dgm:spPr/>
    </dgm:pt>
    <dgm:pt modelId="{5A80697D-227D-43D4-A3EF-882837A75222}" type="pres">
      <dgm:prSet presAssocID="{D1AD3A97-B168-40DF-B4AB-E3AEE7667073}" presName="childText" presStyleLbl="conFgAcc1" presStyleIdx="2" presStyleCnt="3">
        <dgm:presLayoutVars>
          <dgm:bulletEnabled val="1"/>
        </dgm:presLayoutVars>
      </dgm:prSet>
      <dgm:spPr/>
    </dgm:pt>
  </dgm:ptLst>
  <dgm:cxnLst>
    <dgm:cxn modelId="{C5965209-DB4E-4057-AE8C-6A2371411C83}" type="presOf" srcId="{D1AD3A97-B168-40DF-B4AB-E3AEE7667073}" destId="{94201136-06FF-46EA-9307-DC455D6BC1A0}" srcOrd="0" destOrd="0" presId="urn:microsoft.com/office/officeart/2005/8/layout/list1"/>
    <dgm:cxn modelId="{FC21DA09-A5DD-4C68-AF36-1B15F4C0E5DB}" type="presOf" srcId="{D1AD3A97-B168-40DF-B4AB-E3AEE7667073}" destId="{8612B3E1-95F2-452F-BE02-FD864A7E1E44}" srcOrd="1" destOrd="0" presId="urn:microsoft.com/office/officeart/2005/8/layout/list1"/>
    <dgm:cxn modelId="{DB016928-C117-4A91-A50D-7F1829A7D670}" type="presOf" srcId="{CEF82A58-2B41-43F8-A3E8-846334E1BCB8}" destId="{B6B8E896-0C00-4194-AA1B-2296B64B24EF}" srcOrd="1" destOrd="0" presId="urn:microsoft.com/office/officeart/2005/8/layout/list1"/>
    <dgm:cxn modelId="{78F96153-5213-47BC-B5C2-4F778A554388}" srcId="{5FEBC132-6290-49BA-BEFF-60526294BFA3}" destId="{1EDC56A8-391A-4F58-8668-6887B13FB15A}" srcOrd="1" destOrd="0" parTransId="{4B8D4904-4377-471D-A92E-EF4B6CD2C9C8}" sibTransId="{B782F417-6869-4FE8-973C-F7E0C468F40D}"/>
    <dgm:cxn modelId="{2B356C7F-ED95-4EF5-9D01-23B07353A77C}" srcId="{5FEBC132-6290-49BA-BEFF-60526294BFA3}" destId="{CEF82A58-2B41-43F8-A3E8-846334E1BCB8}" srcOrd="0" destOrd="0" parTransId="{5620C0AC-6BC2-42B8-8AC0-D84E65F381F0}" sibTransId="{0CA5583C-1504-4EBA-B990-B0E156E4886B}"/>
    <dgm:cxn modelId="{7783D4AB-54B3-4683-864A-F05F72794CFC}" srcId="{5FEBC132-6290-49BA-BEFF-60526294BFA3}" destId="{D1AD3A97-B168-40DF-B4AB-E3AEE7667073}" srcOrd="2" destOrd="0" parTransId="{9636A7FA-D00C-46C0-A6EA-A45AA81342FC}" sibTransId="{7C1C2E9D-29DD-4DB6-9F63-DBD1406B345F}"/>
    <dgm:cxn modelId="{B88CFAAB-5D4C-4A23-BABE-477862B2019C}" type="presOf" srcId="{1EDC56A8-391A-4F58-8668-6887B13FB15A}" destId="{7BEF8EB4-9DB2-4C09-8932-1E8F0EA05F80}" srcOrd="0" destOrd="0" presId="urn:microsoft.com/office/officeart/2005/8/layout/list1"/>
    <dgm:cxn modelId="{7C7F34B4-9F37-4296-BDD6-166EC405E2DE}" type="presOf" srcId="{1EDC56A8-391A-4F58-8668-6887B13FB15A}" destId="{9816C6D1-1FA8-4776-A073-CEEF99CA7277}" srcOrd="1" destOrd="0" presId="urn:microsoft.com/office/officeart/2005/8/layout/list1"/>
    <dgm:cxn modelId="{E1E482BD-303D-4463-9B41-EC70B29124BE}" type="presOf" srcId="{5FEBC132-6290-49BA-BEFF-60526294BFA3}" destId="{934BF5D3-0797-4748-AE7B-D3F6D7A5FC9E}" srcOrd="0" destOrd="0" presId="urn:microsoft.com/office/officeart/2005/8/layout/list1"/>
    <dgm:cxn modelId="{A858ADFB-183F-45E5-9411-5C02A1E1FE9C}" type="presOf" srcId="{CEF82A58-2B41-43F8-A3E8-846334E1BCB8}" destId="{DD3AE843-264D-4C53-AA7F-0453797A6C42}" srcOrd="0" destOrd="0" presId="urn:microsoft.com/office/officeart/2005/8/layout/list1"/>
    <dgm:cxn modelId="{5C577360-A3EE-4443-AC92-5DCCA5DE1B62}" type="presParOf" srcId="{934BF5D3-0797-4748-AE7B-D3F6D7A5FC9E}" destId="{56B2CF96-B639-4337-BF58-1052A3EF5E0F}" srcOrd="0" destOrd="0" presId="urn:microsoft.com/office/officeart/2005/8/layout/list1"/>
    <dgm:cxn modelId="{CB3E47A6-8B70-4A26-A3A8-524136798E6B}" type="presParOf" srcId="{56B2CF96-B639-4337-BF58-1052A3EF5E0F}" destId="{DD3AE843-264D-4C53-AA7F-0453797A6C42}" srcOrd="0" destOrd="0" presId="urn:microsoft.com/office/officeart/2005/8/layout/list1"/>
    <dgm:cxn modelId="{C7832153-B946-44AD-85DC-10E98E1F4AA5}" type="presParOf" srcId="{56B2CF96-B639-4337-BF58-1052A3EF5E0F}" destId="{B6B8E896-0C00-4194-AA1B-2296B64B24EF}" srcOrd="1" destOrd="0" presId="urn:microsoft.com/office/officeart/2005/8/layout/list1"/>
    <dgm:cxn modelId="{A7FBE1B9-5D18-40E0-AAA2-6C29842D3AD6}" type="presParOf" srcId="{934BF5D3-0797-4748-AE7B-D3F6D7A5FC9E}" destId="{61F62843-03DA-4178-9683-4E5659D92038}" srcOrd="1" destOrd="0" presId="urn:microsoft.com/office/officeart/2005/8/layout/list1"/>
    <dgm:cxn modelId="{FAF18190-AA77-4E75-AC16-C5FFCBAD338B}" type="presParOf" srcId="{934BF5D3-0797-4748-AE7B-D3F6D7A5FC9E}" destId="{AA7B0E06-9E57-4200-8B4D-BF1A0CEE1970}" srcOrd="2" destOrd="0" presId="urn:microsoft.com/office/officeart/2005/8/layout/list1"/>
    <dgm:cxn modelId="{ADF24A38-9F73-4A61-9BB3-98B20EAF736E}" type="presParOf" srcId="{934BF5D3-0797-4748-AE7B-D3F6D7A5FC9E}" destId="{2FCF6DAF-E420-4524-A969-D9DCE5E30062}" srcOrd="3" destOrd="0" presId="urn:microsoft.com/office/officeart/2005/8/layout/list1"/>
    <dgm:cxn modelId="{60109216-0EEE-4C86-8B84-FEBD85470CE2}" type="presParOf" srcId="{934BF5D3-0797-4748-AE7B-D3F6D7A5FC9E}" destId="{DA4E6006-009C-4770-95DD-35EF11CAE19D}" srcOrd="4" destOrd="0" presId="urn:microsoft.com/office/officeart/2005/8/layout/list1"/>
    <dgm:cxn modelId="{2DD2FE56-54EC-41C6-9BD5-7BC03C60C994}" type="presParOf" srcId="{DA4E6006-009C-4770-95DD-35EF11CAE19D}" destId="{7BEF8EB4-9DB2-4C09-8932-1E8F0EA05F80}" srcOrd="0" destOrd="0" presId="urn:microsoft.com/office/officeart/2005/8/layout/list1"/>
    <dgm:cxn modelId="{B0D55247-3CA1-44D3-9EA1-F714CA798878}" type="presParOf" srcId="{DA4E6006-009C-4770-95DD-35EF11CAE19D}" destId="{9816C6D1-1FA8-4776-A073-CEEF99CA7277}" srcOrd="1" destOrd="0" presId="urn:microsoft.com/office/officeart/2005/8/layout/list1"/>
    <dgm:cxn modelId="{AF1AB018-CBF7-4FDE-A47D-162960BDF638}" type="presParOf" srcId="{934BF5D3-0797-4748-AE7B-D3F6D7A5FC9E}" destId="{1F7CB583-766C-4AEB-A3C5-62F6AD763202}" srcOrd="5" destOrd="0" presId="urn:microsoft.com/office/officeart/2005/8/layout/list1"/>
    <dgm:cxn modelId="{B6AF0602-C7A4-46AD-864E-8B6E93C7285E}" type="presParOf" srcId="{934BF5D3-0797-4748-AE7B-D3F6D7A5FC9E}" destId="{20999BDB-DC1A-4176-AE25-9A04B33DBE86}" srcOrd="6" destOrd="0" presId="urn:microsoft.com/office/officeart/2005/8/layout/list1"/>
    <dgm:cxn modelId="{CB522010-E65F-49AD-83B3-724A80C6842D}" type="presParOf" srcId="{934BF5D3-0797-4748-AE7B-D3F6D7A5FC9E}" destId="{A653EE79-1AF7-4709-A7CB-C8F334616278}" srcOrd="7" destOrd="0" presId="urn:microsoft.com/office/officeart/2005/8/layout/list1"/>
    <dgm:cxn modelId="{09029362-A896-4AC3-888F-8DDF99EE9769}" type="presParOf" srcId="{934BF5D3-0797-4748-AE7B-D3F6D7A5FC9E}" destId="{B505F7FB-8975-4F16-A7A8-47B6162CA6CB}" srcOrd="8" destOrd="0" presId="urn:microsoft.com/office/officeart/2005/8/layout/list1"/>
    <dgm:cxn modelId="{5FA5A1DF-0410-4CAF-B296-5E76575873DD}" type="presParOf" srcId="{B505F7FB-8975-4F16-A7A8-47B6162CA6CB}" destId="{94201136-06FF-46EA-9307-DC455D6BC1A0}" srcOrd="0" destOrd="0" presId="urn:microsoft.com/office/officeart/2005/8/layout/list1"/>
    <dgm:cxn modelId="{05B1B054-A4CE-4815-BF81-CB867382E67D}" type="presParOf" srcId="{B505F7FB-8975-4F16-A7A8-47B6162CA6CB}" destId="{8612B3E1-95F2-452F-BE02-FD864A7E1E44}" srcOrd="1" destOrd="0" presId="urn:microsoft.com/office/officeart/2005/8/layout/list1"/>
    <dgm:cxn modelId="{3D160909-9560-41D5-A8BB-64872A8F176B}" type="presParOf" srcId="{934BF5D3-0797-4748-AE7B-D3F6D7A5FC9E}" destId="{8B80AA14-B697-40CA-A981-CB3D37F578C1}" srcOrd="9" destOrd="0" presId="urn:microsoft.com/office/officeart/2005/8/layout/list1"/>
    <dgm:cxn modelId="{91C3C9EA-DE48-47E2-91AF-078B88197FA2}" type="presParOf" srcId="{934BF5D3-0797-4748-AE7B-D3F6D7A5FC9E}" destId="{5A80697D-227D-43D4-A3EF-882837A75222}" srcOrd="10"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74D5DC0-D9D9-4503-8642-08D4BCF4E013}" type="doc">
      <dgm:prSet loTypeId="urn:microsoft.com/office/officeart/2008/layout/HorizontalMultiLevelHierarchy" loCatId="hierarchy" qsTypeId="urn:microsoft.com/office/officeart/2005/8/quickstyle/simple1" qsCatId="simple" csTypeId="urn:microsoft.com/office/officeart/2005/8/colors/colorful2" csCatId="colorful" phldr="1"/>
      <dgm:spPr/>
      <dgm:t>
        <a:bodyPr/>
        <a:lstStyle/>
        <a:p>
          <a:endParaRPr lang="en-US"/>
        </a:p>
      </dgm:t>
    </dgm:pt>
    <dgm:pt modelId="{27A382A0-A720-4655-A7E0-859CCAC7E022}">
      <dgm:prSet phldrT="[Text]"/>
      <dgm:spPr/>
      <dgm:t>
        <a:bodyPr/>
        <a:lstStyle/>
        <a:p>
          <a:r>
            <a:rPr lang="en-US">
              <a:latin typeface="Times New Roman" panose="02020603050405020304" pitchFamily="18" charset="0"/>
              <a:cs typeface="Times New Roman" panose="02020603050405020304" pitchFamily="18" charset="0"/>
            </a:rPr>
            <a:t>Ngôn ngữ Java và công cụ Android Studio</a:t>
          </a:r>
          <a:endParaRPr lang="en-US" dirty="0">
            <a:latin typeface="Times New Roman" panose="02020603050405020304" pitchFamily="18" charset="0"/>
            <a:cs typeface="Times New Roman" panose="02020603050405020304" pitchFamily="18" charset="0"/>
          </a:endParaRPr>
        </a:p>
      </dgm:t>
    </dgm:pt>
    <dgm:pt modelId="{088AC2C9-E3CD-413F-9E2E-7F746F957336}" type="sibTrans" cxnId="{324B2132-4004-4A76-A743-8E99EAB7D9E6}">
      <dgm:prSet/>
      <dgm:spPr/>
      <dgm:t>
        <a:bodyPr/>
        <a:lstStyle/>
        <a:p>
          <a:endParaRPr lang="en-US"/>
        </a:p>
      </dgm:t>
    </dgm:pt>
    <dgm:pt modelId="{8A1DB1C2-9C90-4FB4-884F-0B9DA4E58662}" type="parTrans" cxnId="{324B2132-4004-4A76-A743-8E99EAB7D9E6}">
      <dgm:prSet/>
      <dgm:spPr/>
      <dgm:t>
        <a:bodyPr/>
        <a:lstStyle/>
        <a:p>
          <a:endParaRPr lang="en-US"/>
        </a:p>
      </dgm:t>
    </dgm:pt>
    <dgm:pt modelId="{88EF65F8-93E8-4254-A453-B5BEFEECA8A7}">
      <dgm:prSet/>
      <dgm:spPr/>
      <dgm:t>
        <a:bodyPr/>
        <a:lstStyle/>
        <a:p>
          <a:r>
            <a:rPr lang="en-US">
              <a:latin typeface="Times New Roman" panose="02020603050405020304" pitchFamily="18" charset="0"/>
              <a:cs typeface="Times New Roman" panose="02020603050405020304" pitchFamily="18" charset="0"/>
            </a:rPr>
            <a:t>Ngôn ngữ C và phần mềm Arduino</a:t>
          </a:r>
          <a:endParaRPr lang="en-US" dirty="0">
            <a:latin typeface="Times New Roman" panose="02020603050405020304" pitchFamily="18" charset="0"/>
            <a:cs typeface="Times New Roman" panose="02020603050405020304" pitchFamily="18" charset="0"/>
          </a:endParaRPr>
        </a:p>
      </dgm:t>
    </dgm:pt>
    <dgm:pt modelId="{8F0CBC26-C34E-42AE-83C0-E7E19BE2223B}" type="parTrans" cxnId="{49CBD5D0-49BB-4302-9C53-ABA1644A2474}">
      <dgm:prSet/>
      <dgm:spPr/>
      <dgm:t>
        <a:bodyPr/>
        <a:lstStyle/>
        <a:p>
          <a:endParaRPr lang="en-US"/>
        </a:p>
      </dgm:t>
    </dgm:pt>
    <dgm:pt modelId="{8E9A2D60-74FF-4E40-B3A0-107B99240BEB}" type="sibTrans" cxnId="{49CBD5D0-49BB-4302-9C53-ABA1644A2474}">
      <dgm:prSet/>
      <dgm:spPr/>
      <dgm:t>
        <a:bodyPr/>
        <a:lstStyle/>
        <a:p>
          <a:endParaRPr lang="en-US"/>
        </a:p>
      </dgm:t>
    </dgm:pt>
    <dgm:pt modelId="{68597DD9-23A6-42AC-9A50-3EAFB4B135C4}">
      <dgm:prSet/>
      <dgm:spPr/>
      <dgm:t>
        <a:bodyPr/>
        <a:lstStyle/>
        <a:p>
          <a:r>
            <a:rPr lang="en-US">
              <a:latin typeface="Times New Roman" panose="02020603050405020304" pitchFamily="18" charset="0"/>
              <a:cs typeface="Times New Roman" panose="02020603050405020304" pitchFamily="18" charset="0"/>
            </a:rPr>
            <a:t>Ngôn ngữ Python</a:t>
          </a:r>
          <a:endParaRPr lang="en-US" dirty="0">
            <a:latin typeface="Times New Roman" panose="02020603050405020304" pitchFamily="18" charset="0"/>
            <a:cs typeface="Times New Roman" panose="02020603050405020304" pitchFamily="18" charset="0"/>
          </a:endParaRPr>
        </a:p>
      </dgm:t>
    </dgm:pt>
    <dgm:pt modelId="{C2D70EFD-9E12-4E8F-8DCC-62458CC845D9}" type="parTrans" cxnId="{E4BCB53E-71ED-4566-9BDD-08B8CEF21403}">
      <dgm:prSet/>
      <dgm:spPr/>
      <dgm:t>
        <a:bodyPr/>
        <a:lstStyle/>
        <a:p>
          <a:endParaRPr lang="en-US"/>
        </a:p>
      </dgm:t>
    </dgm:pt>
    <dgm:pt modelId="{C60007BD-3AA6-4C52-B251-BB8D3194247C}" type="sibTrans" cxnId="{E4BCB53E-71ED-4566-9BDD-08B8CEF21403}">
      <dgm:prSet/>
      <dgm:spPr/>
      <dgm:t>
        <a:bodyPr/>
        <a:lstStyle/>
        <a:p>
          <a:endParaRPr lang="en-US"/>
        </a:p>
      </dgm:t>
    </dgm:pt>
    <dgm:pt modelId="{37110E60-7BCF-41E4-BFB6-4C398C88ED51}">
      <dgm:prSet/>
      <dgm:spPr/>
      <dgm:t>
        <a:bodyPr/>
        <a:lstStyle/>
        <a:p>
          <a:r>
            <a:rPr lang="en-US">
              <a:latin typeface="Times New Roman" panose="02020603050405020304" pitchFamily="18" charset="0"/>
              <a:cs typeface="Times New Roman" panose="02020603050405020304" pitchFamily="18" charset="0"/>
            </a:rPr>
            <a:t>Quản lý và lưu trữ dữ liệu Firebase</a:t>
          </a:r>
          <a:endParaRPr lang="en-US" dirty="0">
            <a:latin typeface="Times New Roman" panose="02020603050405020304" pitchFamily="18" charset="0"/>
            <a:cs typeface="Times New Roman" panose="02020603050405020304" pitchFamily="18" charset="0"/>
          </a:endParaRPr>
        </a:p>
      </dgm:t>
    </dgm:pt>
    <dgm:pt modelId="{CBDF48D5-0540-4256-8A42-3F9A39CD0CC3}" type="parTrans" cxnId="{8B1A7F8B-519F-4F8F-A7EA-60ECE16A4124}">
      <dgm:prSet/>
      <dgm:spPr/>
      <dgm:t>
        <a:bodyPr/>
        <a:lstStyle/>
        <a:p>
          <a:endParaRPr lang="en-US"/>
        </a:p>
      </dgm:t>
    </dgm:pt>
    <dgm:pt modelId="{31BF2B10-12A8-4A4B-B956-7832B14EB4C8}" type="sibTrans" cxnId="{8B1A7F8B-519F-4F8F-A7EA-60ECE16A4124}">
      <dgm:prSet/>
      <dgm:spPr/>
      <dgm:t>
        <a:bodyPr/>
        <a:lstStyle/>
        <a:p>
          <a:endParaRPr lang="en-US"/>
        </a:p>
      </dgm:t>
    </dgm:pt>
    <dgm:pt modelId="{26D6A9EB-EE33-400A-92A5-2865176408C5}">
      <dgm:prSet phldrT="[Text]"/>
      <dgm:spPr/>
      <dgm:t>
        <a:bodyPr/>
        <a:lstStyle/>
        <a:p>
          <a:endParaRPr lang="en-US" dirty="0">
            <a:latin typeface="Times New Roman" panose="02020603050405020304" pitchFamily="18" charset="0"/>
            <a:cs typeface="Times New Roman" panose="02020603050405020304" pitchFamily="18" charset="0"/>
          </a:endParaRPr>
        </a:p>
      </dgm:t>
    </dgm:pt>
    <dgm:pt modelId="{9DCD1110-6C78-4C86-8AEB-9C03F29EADFA}" type="sibTrans" cxnId="{AE734AC7-F140-4D4E-95A1-B235939FFA66}">
      <dgm:prSet/>
      <dgm:spPr/>
      <dgm:t>
        <a:bodyPr/>
        <a:lstStyle/>
        <a:p>
          <a:endParaRPr lang="en-US"/>
        </a:p>
      </dgm:t>
    </dgm:pt>
    <dgm:pt modelId="{ECFCB599-0707-4E10-89F0-F18428FBCB30}" type="parTrans" cxnId="{AE734AC7-F140-4D4E-95A1-B235939FFA66}">
      <dgm:prSet/>
      <dgm:spPr/>
      <dgm:t>
        <a:bodyPr/>
        <a:lstStyle/>
        <a:p>
          <a:endParaRPr lang="en-US"/>
        </a:p>
      </dgm:t>
    </dgm:pt>
    <dgm:pt modelId="{953880D9-0964-4841-B55D-701C535F5B1F}" type="pres">
      <dgm:prSet presAssocID="{D74D5DC0-D9D9-4503-8642-08D4BCF4E013}" presName="Name0" presStyleCnt="0">
        <dgm:presLayoutVars>
          <dgm:chPref val="1"/>
          <dgm:dir/>
          <dgm:animOne val="branch"/>
          <dgm:animLvl val="lvl"/>
          <dgm:resizeHandles val="exact"/>
        </dgm:presLayoutVars>
      </dgm:prSet>
      <dgm:spPr/>
    </dgm:pt>
    <dgm:pt modelId="{D057655F-19A2-4DC0-A6B5-7369B92C5A12}" type="pres">
      <dgm:prSet presAssocID="{26D6A9EB-EE33-400A-92A5-2865176408C5}" presName="root1" presStyleCnt="0"/>
      <dgm:spPr/>
    </dgm:pt>
    <dgm:pt modelId="{4F1717F9-6EF5-4289-9699-0CC788E4B44C}" type="pres">
      <dgm:prSet presAssocID="{26D6A9EB-EE33-400A-92A5-2865176408C5}" presName="LevelOneTextNode" presStyleLbl="node0" presStyleIdx="0" presStyleCnt="1" custFlipVert="1" custScaleX="12597">
        <dgm:presLayoutVars>
          <dgm:chPref val="3"/>
        </dgm:presLayoutVars>
      </dgm:prSet>
      <dgm:spPr/>
    </dgm:pt>
    <dgm:pt modelId="{4632EE95-D0B3-4845-9176-B50CC4540A4A}" type="pres">
      <dgm:prSet presAssocID="{26D6A9EB-EE33-400A-92A5-2865176408C5}" presName="level2hierChild" presStyleCnt="0"/>
      <dgm:spPr/>
    </dgm:pt>
    <dgm:pt modelId="{1D3A6D04-27DA-4A5B-8A90-524E784E68F9}" type="pres">
      <dgm:prSet presAssocID="{8A1DB1C2-9C90-4FB4-884F-0B9DA4E58662}" presName="conn2-1" presStyleLbl="parChTrans1D2" presStyleIdx="0" presStyleCnt="4"/>
      <dgm:spPr/>
    </dgm:pt>
    <dgm:pt modelId="{4AF8C505-0580-46C7-BE43-7541DDBEC9D7}" type="pres">
      <dgm:prSet presAssocID="{8A1DB1C2-9C90-4FB4-884F-0B9DA4E58662}" presName="connTx" presStyleLbl="parChTrans1D2" presStyleIdx="0" presStyleCnt="4"/>
      <dgm:spPr/>
    </dgm:pt>
    <dgm:pt modelId="{AFA5FD84-964E-465F-AF1C-D24410BBA45E}" type="pres">
      <dgm:prSet presAssocID="{27A382A0-A720-4655-A7E0-859CCAC7E022}" presName="root2" presStyleCnt="0"/>
      <dgm:spPr/>
    </dgm:pt>
    <dgm:pt modelId="{762E3E27-27ED-4DCC-9BAE-AEBFFE5EB760}" type="pres">
      <dgm:prSet presAssocID="{27A382A0-A720-4655-A7E0-859CCAC7E022}" presName="LevelTwoTextNode" presStyleLbl="node2" presStyleIdx="0" presStyleCnt="4" custScaleX="213306" custLinFactNeighborX="79">
        <dgm:presLayoutVars>
          <dgm:chPref val="3"/>
        </dgm:presLayoutVars>
      </dgm:prSet>
      <dgm:spPr/>
    </dgm:pt>
    <dgm:pt modelId="{F054C8D0-EC72-419E-960A-DB1259AF657E}" type="pres">
      <dgm:prSet presAssocID="{27A382A0-A720-4655-A7E0-859CCAC7E022}" presName="level3hierChild" presStyleCnt="0"/>
      <dgm:spPr/>
    </dgm:pt>
    <dgm:pt modelId="{C1901DE6-A5F6-4968-BA50-B60B132DBB95}" type="pres">
      <dgm:prSet presAssocID="{8F0CBC26-C34E-42AE-83C0-E7E19BE2223B}" presName="conn2-1" presStyleLbl="parChTrans1D2" presStyleIdx="1" presStyleCnt="4"/>
      <dgm:spPr/>
    </dgm:pt>
    <dgm:pt modelId="{11AD4EF0-D280-4F23-AD65-7D43CBD4A15E}" type="pres">
      <dgm:prSet presAssocID="{8F0CBC26-C34E-42AE-83C0-E7E19BE2223B}" presName="connTx" presStyleLbl="parChTrans1D2" presStyleIdx="1" presStyleCnt="4"/>
      <dgm:spPr/>
    </dgm:pt>
    <dgm:pt modelId="{D98802C1-92E4-49AC-959D-CB541F620371}" type="pres">
      <dgm:prSet presAssocID="{88EF65F8-93E8-4254-A453-B5BEFEECA8A7}" presName="root2" presStyleCnt="0"/>
      <dgm:spPr/>
    </dgm:pt>
    <dgm:pt modelId="{5E28485A-1E3A-4BB8-A23A-8A9B716DD005}" type="pres">
      <dgm:prSet presAssocID="{88EF65F8-93E8-4254-A453-B5BEFEECA8A7}" presName="LevelTwoTextNode" presStyleLbl="node2" presStyleIdx="1" presStyleCnt="4" custScaleX="213306">
        <dgm:presLayoutVars>
          <dgm:chPref val="3"/>
        </dgm:presLayoutVars>
      </dgm:prSet>
      <dgm:spPr/>
    </dgm:pt>
    <dgm:pt modelId="{F63FF83D-6CA2-4982-A24D-91134321BC42}" type="pres">
      <dgm:prSet presAssocID="{88EF65F8-93E8-4254-A453-B5BEFEECA8A7}" presName="level3hierChild" presStyleCnt="0"/>
      <dgm:spPr/>
    </dgm:pt>
    <dgm:pt modelId="{676F2D54-B244-4DEA-8256-11D5ED10957A}" type="pres">
      <dgm:prSet presAssocID="{C2D70EFD-9E12-4E8F-8DCC-62458CC845D9}" presName="conn2-1" presStyleLbl="parChTrans1D2" presStyleIdx="2" presStyleCnt="4"/>
      <dgm:spPr/>
    </dgm:pt>
    <dgm:pt modelId="{794053C2-8B13-499E-B438-169CAD6FC50E}" type="pres">
      <dgm:prSet presAssocID="{C2D70EFD-9E12-4E8F-8DCC-62458CC845D9}" presName="connTx" presStyleLbl="parChTrans1D2" presStyleIdx="2" presStyleCnt="4"/>
      <dgm:spPr/>
    </dgm:pt>
    <dgm:pt modelId="{5BF62F5C-A2C4-4EBC-9F09-8AB815998D45}" type="pres">
      <dgm:prSet presAssocID="{68597DD9-23A6-42AC-9A50-3EAFB4B135C4}" presName="root2" presStyleCnt="0"/>
      <dgm:spPr/>
    </dgm:pt>
    <dgm:pt modelId="{FF0F55D6-885A-4E46-BF11-B5E7A7A29D09}" type="pres">
      <dgm:prSet presAssocID="{68597DD9-23A6-42AC-9A50-3EAFB4B135C4}" presName="LevelTwoTextNode" presStyleLbl="node2" presStyleIdx="2" presStyleCnt="4" custScaleX="213306">
        <dgm:presLayoutVars>
          <dgm:chPref val="3"/>
        </dgm:presLayoutVars>
      </dgm:prSet>
      <dgm:spPr/>
    </dgm:pt>
    <dgm:pt modelId="{039B79D8-DD3F-4600-9E7C-A336A4619584}" type="pres">
      <dgm:prSet presAssocID="{68597DD9-23A6-42AC-9A50-3EAFB4B135C4}" presName="level3hierChild" presStyleCnt="0"/>
      <dgm:spPr/>
    </dgm:pt>
    <dgm:pt modelId="{AC530627-0D62-4B33-A1EB-F1169C7150BB}" type="pres">
      <dgm:prSet presAssocID="{CBDF48D5-0540-4256-8A42-3F9A39CD0CC3}" presName="conn2-1" presStyleLbl="parChTrans1D2" presStyleIdx="3" presStyleCnt="4"/>
      <dgm:spPr/>
    </dgm:pt>
    <dgm:pt modelId="{10329A90-337F-44AE-BDE0-237909DEE4B2}" type="pres">
      <dgm:prSet presAssocID="{CBDF48D5-0540-4256-8A42-3F9A39CD0CC3}" presName="connTx" presStyleLbl="parChTrans1D2" presStyleIdx="3" presStyleCnt="4"/>
      <dgm:spPr/>
    </dgm:pt>
    <dgm:pt modelId="{CDF6409A-B4C3-4988-AE50-CEA4734F1626}" type="pres">
      <dgm:prSet presAssocID="{37110E60-7BCF-41E4-BFB6-4C398C88ED51}" presName="root2" presStyleCnt="0"/>
      <dgm:spPr/>
    </dgm:pt>
    <dgm:pt modelId="{DA0D7DB1-D437-4C06-A7AA-E23FB1BA15EF}" type="pres">
      <dgm:prSet presAssocID="{37110E60-7BCF-41E4-BFB6-4C398C88ED51}" presName="LevelTwoTextNode" presStyleLbl="node2" presStyleIdx="3" presStyleCnt="4" custScaleX="213306">
        <dgm:presLayoutVars>
          <dgm:chPref val="3"/>
        </dgm:presLayoutVars>
      </dgm:prSet>
      <dgm:spPr/>
    </dgm:pt>
    <dgm:pt modelId="{A3D2F5A1-0A55-47F2-BE83-EFB997723E15}" type="pres">
      <dgm:prSet presAssocID="{37110E60-7BCF-41E4-BFB6-4C398C88ED51}" presName="level3hierChild" presStyleCnt="0"/>
      <dgm:spPr/>
    </dgm:pt>
  </dgm:ptLst>
  <dgm:cxnLst>
    <dgm:cxn modelId="{7EFACA10-4DFF-43B1-AA97-0C323551A97D}" type="presOf" srcId="{8F0CBC26-C34E-42AE-83C0-E7E19BE2223B}" destId="{C1901DE6-A5F6-4968-BA50-B60B132DBB95}" srcOrd="0" destOrd="0" presId="urn:microsoft.com/office/officeart/2008/layout/HorizontalMultiLevelHierarchy"/>
    <dgm:cxn modelId="{BB33801B-28BE-4190-960B-559427C18241}" type="presOf" srcId="{68597DD9-23A6-42AC-9A50-3EAFB4B135C4}" destId="{FF0F55D6-885A-4E46-BF11-B5E7A7A29D09}" srcOrd="0" destOrd="0" presId="urn:microsoft.com/office/officeart/2008/layout/HorizontalMultiLevelHierarchy"/>
    <dgm:cxn modelId="{324B2132-4004-4A76-A743-8E99EAB7D9E6}" srcId="{26D6A9EB-EE33-400A-92A5-2865176408C5}" destId="{27A382A0-A720-4655-A7E0-859CCAC7E022}" srcOrd="0" destOrd="0" parTransId="{8A1DB1C2-9C90-4FB4-884F-0B9DA4E58662}" sibTransId="{088AC2C9-E3CD-413F-9E2E-7F746F957336}"/>
    <dgm:cxn modelId="{E4BCB53E-71ED-4566-9BDD-08B8CEF21403}" srcId="{26D6A9EB-EE33-400A-92A5-2865176408C5}" destId="{68597DD9-23A6-42AC-9A50-3EAFB4B135C4}" srcOrd="2" destOrd="0" parTransId="{C2D70EFD-9E12-4E8F-8DCC-62458CC845D9}" sibTransId="{C60007BD-3AA6-4C52-B251-BB8D3194247C}"/>
    <dgm:cxn modelId="{6D03944C-3511-45AC-8167-0E3CF1CF1727}" type="presOf" srcId="{C2D70EFD-9E12-4E8F-8DCC-62458CC845D9}" destId="{794053C2-8B13-499E-B438-169CAD6FC50E}" srcOrd="1" destOrd="0" presId="urn:microsoft.com/office/officeart/2008/layout/HorizontalMultiLevelHierarchy"/>
    <dgm:cxn modelId="{07101D54-4A29-4EEA-8440-AA594DEBFF05}" type="presOf" srcId="{CBDF48D5-0540-4256-8A42-3F9A39CD0CC3}" destId="{AC530627-0D62-4B33-A1EB-F1169C7150BB}" srcOrd="0" destOrd="0" presId="urn:microsoft.com/office/officeart/2008/layout/HorizontalMultiLevelHierarchy"/>
    <dgm:cxn modelId="{E5988658-E9DA-4CEC-A43E-410386931D3C}" type="presOf" srcId="{27A382A0-A720-4655-A7E0-859CCAC7E022}" destId="{762E3E27-27ED-4DCC-9BAE-AEBFFE5EB760}" srcOrd="0" destOrd="0" presId="urn:microsoft.com/office/officeart/2008/layout/HorizontalMultiLevelHierarchy"/>
    <dgm:cxn modelId="{A110E486-788B-4F0A-AC0A-0C28DAE57A34}" type="presOf" srcId="{8F0CBC26-C34E-42AE-83C0-E7E19BE2223B}" destId="{11AD4EF0-D280-4F23-AD65-7D43CBD4A15E}" srcOrd="1" destOrd="0" presId="urn:microsoft.com/office/officeart/2008/layout/HorizontalMultiLevelHierarchy"/>
    <dgm:cxn modelId="{ACBB608A-C2EB-44D7-8A71-B304781CAC3F}" type="presOf" srcId="{CBDF48D5-0540-4256-8A42-3F9A39CD0CC3}" destId="{10329A90-337F-44AE-BDE0-237909DEE4B2}" srcOrd="1" destOrd="0" presId="urn:microsoft.com/office/officeart/2008/layout/HorizontalMultiLevelHierarchy"/>
    <dgm:cxn modelId="{8B1A7F8B-519F-4F8F-A7EA-60ECE16A4124}" srcId="{26D6A9EB-EE33-400A-92A5-2865176408C5}" destId="{37110E60-7BCF-41E4-BFB6-4C398C88ED51}" srcOrd="3" destOrd="0" parTransId="{CBDF48D5-0540-4256-8A42-3F9A39CD0CC3}" sibTransId="{31BF2B10-12A8-4A4B-B956-7832B14EB4C8}"/>
    <dgm:cxn modelId="{62AFCCB0-7F50-4843-90B6-9F072CA1A2AC}" type="presOf" srcId="{8A1DB1C2-9C90-4FB4-884F-0B9DA4E58662}" destId="{1D3A6D04-27DA-4A5B-8A90-524E784E68F9}" srcOrd="0" destOrd="0" presId="urn:microsoft.com/office/officeart/2008/layout/HorizontalMultiLevelHierarchy"/>
    <dgm:cxn modelId="{37E599B2-E16C-45BD-B28A-229AE56FCFA2}" type="presOf" srcId="{26D6A9EB-EE33-400A-92A5-2865176408C5}" destId="{4F1717F9-6EF5-4289-9699-0CC788E4B44C}" srcOrd="0" destOrd="0" presId="urn:microsoft.com/office/officeart/2008/layout/HorizontalMultiLevelHierarchy"/>
    <dgm:cxn modelId="{7A7F3DB7-AD88-4538-91F1-E3ADC0118055}" type="presOf" srcId="{D74D5DC0-D9D9-4503-8642-08D4BCF4E013}" destId="{953880D9-0964-4841-B55D-701C535F5B1F}" srcOrd="0" destOrd="0" presId="urn:microsoft.com/office/officeart/2008/layout/HorizontalMultiLevelHierarchy"/>
    <dgm:cxn modelId="{CF9DB4BD-8700-4F8A-9441-0D6D25AE47C4}" type="presOf" srcId="{37110E60-7BCF-41E4-BFB6-4C398C88ED51}" destId="{DA0D7DB1-D437-4C06-A7AA-E23FB1BA15EF}" srcOrd="0" destOrd="0" presId="urn:microsoft.com/office/officeart/2008/layout/HorizontalMultiLevelHierarchy"/>
    <dgm:cxn modelId="{AE734AC7-F140-4D4E-95A1-B235939FFA66}" srcId="{D74D5DC0-D9D9-4503-8642-08D4BCF4E013}" destId="{26D6A9EB-EE33-400A-92A5-2865176408C5}" srcOrd="0" destOrd="0" parTransId="{ECFCB599-0707-4E10-89F0-F18428FBCB30}" sibTransId="{9DCD1110-6C78-4C86-8AEB-9C03F29EADFA}"/>
    <dgm:cxn modelId="{49CBD5D0-49BB-4302-9C53-ABA1644A2474}" srcId="{26D6A9EB-EE33-400A-92A5-2865176408C5}" destId="{88EF65F8-93E8-4254-A453-B5BEFEECA8A7}" srcOrd="1" destOrd="0" parTransId="{8F0CBC26-C34E-42AE-83C0-E7E19BE2223B}" sibTransId="{8E9A2D60-74FF-4E40-B3A0-107B99240BEB}"/>
    <dgm:cxn modelId="{2AB72FD9-1266-494C-AD8D-884C9D04E3E7}" type="presOf" srcId="{C2D70EFD-9E12-4E8F-8DCC-62458CC845D9}" destId="{676F2D54-B244-4DEA-8256-11D5ED10957A}" srcOrd="0" destOrd="0" presId="urn:microsoft.com/office/officeart/2008/layout/HorizontalMultiLevelHierarchy"/>
    <dgm:cxn modelId="{E75894DC-8946-44C1-B59B-F975FEC7BCA8}" type="presOf" srcId="{88EF65F8-93E8-4254-A453-B5BEFEECA8A7}" destId="{5E28485A-1E3A-4BB8-A23A-8A9B716DD005}" srcOrd="0" destOrd="0" presId="urn:microsoft.com/office/officeart/2008/layout/HorizontalMultiLevelHierarchy"/>
    <dgm:cxn modelId="{E2ACD3E1-C2CE-4319-8D01-8DBB572705EF}" type="presOf" srcId="{8A1DB1C2-9C90-4FB4-884F-0B9DA4E58662}" destId="{4AF8C505-0580-46C7-BE43-7541DDBEC9D7}" srcOrd="1" destOrd="0" presId="urn:microsoft.com/office/officeart/2008/layout/HorizontalMultiLevelHierarchy"/>
    <dgm:cxn modelId="{074A89FD-DB10-4854-B8A6-26F298606FA9}" type="presParOf" srcId="{953880D9-0964-4841-B55D-701C535F5B1F}" destId="{D057655F-19A2-4DC0-A6B5-7369B92C5A12}" srcOrd="0" destOrd="0" presId="urn:microsoft.com/office/officeart/2008/layout/HorizontalMultiLevelHierarchy"/>
    <dgm:cxn modelId="{63E38AFC-6E91-403A-A546-16D64324D942}" type="presParOf" srcId="{D057655F-19A2-4DC0-A6B5-7369B92C5A12}" destId="{4F1717F9-6EF5-4289-9699-0CC788E4B44C}" srcOrd="0" destOrd="0" presId="urn:microsoft.com/office/officeart/2008/layout/HorizontalMultiLevelHierarchy"/>
    <dgm:cxn modelId="{D6FBAAFD-B076-4184-A094-2E275A5ED1DE}" type="presParOf" srcId="{D057655F-19A2-4DC0-A6B5-7369B92C5A12}" destId="{4632EE95-D0B3-4845-9176-B50CC4540A4A}" srcOrd="1" destOrd="0" presId="urn:microsoft.com/office/officeart/2008/layout/HorizontalMultiLevelHierarchy"/>
    <dgm:cxn modelId="{94310E1C-D03D-46EA-822D-A2F5F5EC9D27}" type="presParOf" srcId="{4632EE95-D0B3-4845-9176-B50CC4540A4A}" destId="{1D3A6D04-27DA-4A5B-8A90-524E784E68F9}" srcOrd="0" destOrd="0" presId="urn:microsoft.com/office/officeart/2008/layout/HorizontalMultiLevelHierarchy"/>
    <dgm:cxn modelId="{9F5BC985-0C6F-4485-8E8D-CAA7C4195CFE}" type="presParOf" srcId="{1D3A6D04-27DA-4A5B-8A90-524E784E68F9}" destId="{4AF8C505-0580-46C7-BE43-7541DDBEC9D7}" srcOrd="0" destOrd="0" presId="urn:microsoft.com/office/officeart/2008/layout/HorizontalMultiLevelHierarchy"/>
    <dgm:cxn modelId="{EF09D81A-2DC7-406A-9047-B62262C41366}" type="presParOf" srcId="{4632EE95-D0B3-4845-9176-B50CC4540A4A}" destId="{AFA5FD84-964E-465F-AF1C-D24410BBA45E}" srcOrd="1" destOrd="0" presId="urn:microsoft.com/office/officeart/2008/layout/HorizontalMultiLevelHierarchy"/>
    <dgm:cxn modelId="{F3076F9B-BA14-40C3-9A79-5A01FAA9191E}" type="presParOf" srcId="{AFA5FD84-964E-465F-AF1C-D24410BBA45E}" destId="{762E3E27-27ED-4DCC-9BAE-AEBFFE5EB760}" srcOrd="0" destOrd="0" presId="urn:microsoft.com/office/officeart/2008/layout/HorizontalMultiLevelHierarchy"/>
    <dgm:cxn modelId="{1A174990-6E4B-4215-9AB4-8A66F0CC6FD6}" type="presParOf" srcId="{AFA5FD84-964E-465F-AF1C-D24410BBA45E}" destId="{F054C8D0-EC72-419E-960A-DB1259AF657E}" srcOrd="1" destOrd="0" presId="urn:microsoft.com/office/officeart/2008/layout/HorizontalMultiLevelHierarchy"/>
    <dgm:cxn modelId="{CC730530-2202-4742-8EDF-C8F85873E2E4}" type="presParOf" srcId="{4632EE95-D0B3-4845-9176-B50CC4540A4A}" destId="{C1901DE6-A5F6-4968-BA50-B60B132DBB95}" srcOrd="2" destOrd="0" presId="urn:microsoft.com/office/officeart/2008/layout/HorizontalMultiLevelHierarchy"/>
    <dgm:cxn modelId="{F6467BB2-5ECD-47D8-8C1C-6B9EF1E700AB}" type="presParOf" srcId="{C1901DE6-A5F6-4968-BA50-B60B132DBB95}" destId="{11AD4EF0-D280-4F23-AD65-7D43CBD4A15E}" srcOrd="0" destOrd="0" presId="urn:microsoft.com/office/officeart/2008/layout/HorizontalMultiLevelHierarchy"/>
    <dgm:cxn modelId="{021761B9-F99E-4422-BD1C-3A0AA6DA9334}" type="presParOf" srcId="{4632EE95-D0B3-4845-9176-B50CC4540A4A}" destId="{D98802C1-92E4-49AC-959D-CB541F620371}" srcOrd="3" destOrd="0" presId="urn:microsoft.com/office/officeart/2008/layout/HorizontalMultiLevelHierarchy"/>
    <dgm:cxn modelId="{251464E6-20D0-43B0-ADC4-193C63D2C13F}" type="presParOf" srcId="{D98802C1-92E4-49AC-959D-CB541F620371}" destId="{5E28485A-1E3A-4BB8-A23A-8A9B716DD005}" srcOrd="0" destOrd="0" presId="urn:microsoft.com/office/officeart/2008/layout/HorizontalMultiLevelHierarchy"/>
    <dgm:cxn modelId="{DD96799D-6C59-4928-AE69-70FBD0EE33B1}" type="presParOf" srcId="{D98802C1-92E4-49AC-959D-CB541F620371}" destId="{F63FF83D-6CA2-4982-A24D-91134321BC42}" srcOrd="1" destOrd="0" presId="urn:microsoft.com/office/officeart/2008/layout/HorizontalMultiLevelHierarchy"/>
    <dgm:cxn modelId="{FA392640-B179-437F-B5F9-E0CFE738AE44}" type="presParOf" srcId="{4632EE95-D0B3-4845-9176-B50CC4540A4A}" destId="{676F2D54-B244-4DEA-8256-11D5ED10957A}" srcOrd="4" destOrd="0" presId="urn:microsoft.com/office/officeart/2008/layout/HorizontalMultiLevelHierarchy"/>
    <dgm:cxn modelId="{A93BEA46-0731-4E1C-92FA-CAD6CEE93B30}" type="presParOf" srcId="{676F2D54-B244-4DEA-8256-11D5ED10957A}" destId="{794053C2-8B13-499E-B438-169CAD6FC50E}" srcOrd="0" destOrd="0" presId="urn:microsoft.com/office/officeart/2008/layout/HorizontalMultiLevelHierarchy"/>
    <dgm:cxn modelId="{72F3DC69-4948-4B69-A428-9605CF63A1E0}" type="presParOf" srcId="{4632EE95-D0B3-4845-9176-B50CC4540A4A}" destId="{5BF62F5C-A2C4-4EBC-9F09-8AB815998D45}" srcOrd="5" destOrd="0" presId="urn:microsoft.com/office/officeart/2008/layout/HorizontalMultiLevelHierarchy"/>
    <dgm:cxn modelId="{6B83E68B-1FDA-4C22-81BE-9F6E7B98EA5D}" type="presParOf" srcId="{5BF62F5C-A2C4-4EBC-9F09-8AB815998D45}" destId="{FF0F55D6-885A-4E46-BF11-B5E7A7A29D09}" srcOrd="0" destOrd="0" presId="urn:microsoft.com/office/officeart/2008/layout/HorizontalMultiLevelHierarchy"/>
    <dgm:cxn modelId="{5234EC35-B2EE-4464-A9B8-968D7CF5ABD0}" type="presParOf" srcId="{5BF62F5C-A2C4-4EBC-9F09-8AB815998D45}" destId="{039B79D8-DD3F-4600-9E7C-A336A4619584}" srcOrd="1" destOrd="0" presId="urn:microsoft.com/office/officeart/2008/layout/HorizontalMultiLevelHierarchy"/>
    <dgm:cxn modelId="{08F5CD77-F968-4BB9-8EF6-B437C0823458}" type="presParOf" srcId="{4632EE95-D0B3-4845-9176-B50CC4540A4A}" destId="{AC530627-0D62-4B33-A1EB-F1169C7150BB}" srcOrd="6" destOrd="0" presId="urn:microsoft.com/office/officeart/2008/layout/HorizontalMultiLevelHierarchy"/>
    <dgm:cxn modelId="{9AE1214B-E477-4CA1-A346-3526E7D2FF85}" type="presParOf" srcId="{AC530627-0D62-4B33-A1EB-F1169C7150BB}" destId="{10329A90-337F-44AE-BDE0-237909DEE4B2}" srcOrd="0" destOrd="0" presId="urn:microsoft.com/office/officeart/2008/layout/HorizontalMultiLevelHierarchy"/>
    <dgm:cxn modelId="{A8CD9A3C-CE37-4B17-BB5B-7D65105406E8}" type="presParOf" srcId="{4632EE95-D0B3-4845-9176-B50CC4540A4A}" destId="{CDF6409A-B4C3-4988-AE50-CEA4734F1626}" srcOrd="7" destOrd="0" presId="urn:microsoft.com/office/officeart/2008/layout/HorizontalMultiLevelHierarchy"/>
    <dgm:cxn modelId="{49F00345-77FF-4451-8141-BDBD7C3726F8}" type="presParOf" srcId="{CDF6409A-B4C3-4988-AE50-CEA4734F1626}" destId="{DA0D7DB1-D437-4C06-A7AA-E23FB1BA15EF}" srcOrd="0" destOrd="0" presId="urn:microsoft.com/office/officeart/2008/layout/HorizontalMultiLevelHierarchy"/>
    <dgm:cxn modelId="{A61D221A-15B8-46C7-89C7-FD82F96AF1A3}" type="presParOf" srcId="{CDF6409A-B4C3-4988-AE50-CEA4734F1626}" destId="{A3D2F5A1-0A55-47F2-BE83-EFB997723E15}"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1D0E1A-257F-440E-A767-B6296F35CDD7}"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363B49A9-4FF1-4602-AAF1-4060C0E47EF2}">
      <dgm:prSet phldrT="[Text]" custT="1"/>
      <dgm:spPr/>
      <dgm:t>
        <a:bodyPr/>
        <a:lstStyle/>
        <a:p>
          <a:r>
            <a:rPr lang="en-US" sz="2600" b="1" i="0"/>
            <a:t>1</a:t>
          </a:r>
          <a:r>
            <a:rPr lang="en-US" sz="2400" b="1" i="0"/>
            <a:t>. Quản lý lịch học và đặt phòng</a:t>
          </a:r>
          <a:endParaRPr lang="en-US" sz="2600"/>
        </a:p>
      </dgm:t>
    </dgm:pt>
    <dgm:pt modelId="{70DBD430-DF18-439C-8015-1058053CA8ED}" type="parTrans" cxnId="{905281D8-CB11-4A23-998D-15338ED911F2}">
      <dgm:prSet/>
      <dgm:spPr/>
      <dgm:t>
        <a:bodyPr/>
        <a:lstStyle/>
        <a:p>
          <a:endParaRPr lang="en-US"/>
        </a:p>
      </dgm:t>
    </dgm:pt>
    <dgm:pt modelId="{3DBBDF39-9919-4424-8D0A-6A6696E7F59B}" type="sibTrans" cxnId="{905281D8-CB11-4A23-998D-15338ED911F2}">
      <dgm:prSet/>
      <dgm:spPr/>
      <dgm:t>
        <a:bodyPr/>
        <a:lstStyle/>
        <a:p>
          <a:endParaRPr lang="en-US"/>
        </a:p>
      </dgm:t>
    </dgm:pt>
    <dgm:pt modelId="{73791F0F-92E7-4599-B17C-A0C1B4043239}">
      <dgm:prSet phldrT="[Text]" custT="1"/>
      <dgm:spPr/>
      <dgm:t>
        <a:bodyPr/>
        <a:lstStyle/>
        <a:p>
          <a:pPr>
            <a:buFont typeface="Arial" panose="020B0604020202020204" pitchFamily="34" charset="0"/>
            <a:buChar char="•"/>
          </a:pPr>
          <a:r>
            <a:rPr lang="vi-VN" sz="1600" b="1" i="0">
              <a:latin typeface="Times New Roman" panose="02020603050405020304" pitchFamily="18" charset="0"/>
              <a:cs typeface="Times New Roman" panose="02020603050405020304" pitchFamily="18" charset="0"/>
            </a:rPr>
            <a:t>Lịch học</a:t>
          </a:r>
          <a:r>
            <a:rPr lang="vi-VN" sz="1600" b="0" i="0">
              <a:latin typeface="Times New Roman" panose="02020603050405020304" pitchFamily="18" charset="0"/>
              <a:cs typeface="Times New Roman" panose="02020603050405020304" pitchFamily="18" charset="0"/>
            </a:rPr>
            <a:t>: Hiển thị lịch học, giờ học, tên lớp, giảng viên, và phòng học tương ứng.</a:t>
          </a:r>
          <a:endParaRPr lang="en-US" sz="1600">
            <a:latin typeface="Times New Roman" panose="02020603050405020304" pitchFamily="18" charset="0"/>
            <a:cs typeface="Times New Roman" panose="02020603050405020304" pitchFamily="18" charset="0"/>
          </a:endParaRPr>
        </a:p>
      </dgm:t>
    </dgm:pt>
    <dgm:pt modelId="{DC915808-5BFA-4C76-8935-CBD7F129A1BD}" type="parTrans" cxnId="{F906F56C-300E-4753-BAFA-A40DBC5C92B2}">
      <dgm:prSet/>
      <dgm:spPr/>
      <dgm:t>
        <a:bodyPr/>
        <a:lstStyle/>
        <a:p>
          <a:endParaRPr lang="en-US"/>
        </a:p>
      </dgm:t>
    </dgm:pt>
    <dgm:pt modelId="{A1AFA8BE-E9AC-4E72-8FA6-291F31C7342A}" type="sibTrans" cxnId="{F906F56C-300E-4753-BAFA-A40DBC5C92B2}">
      <dgm:prSet/>
      <dgm:spPr/>
      <dgm:t>
        <a:bodyPr/>
        <a:lstStyle/>
        <a:p>
          <a:endParaRPr lang="en-US"/>
        </a:p>
      </dgm:t>
    </dgm:pt>
    <dgm:pt modelId="{9F9686EE-737A-48AD-A331-6EC47C571BF9}">
      <dgm:prSet phldrT="[Text]" custT="1"/>
      <dgm:spPr/>
      <dgm:t>
        <a:bodyPr/>
        <a:lstStyle/>
        <a:p>
          <a:r>
            <a:rPr lang="en-US" sz="2400" b="1" i="0"/>
            <a:t>2. Quản lý thiết bị và tài nguyên</a:t>
          </a:r>
          <a:endParaRPr lang="en-US" sz="2400"/>
        </a:p>
      </dgm:t>
    </dgm:pt>
    <dgm:pt modelId="{02902738-75AE-4645-A1E0-4D29C3FA1E35}" type="parTrans" cxnId="{AFEE5A74-B4D3-419B-BDCD-536F1D19F88B}">
      <dgm:prSet/>
      <dgm:spPr/>
      <dgm:t>
        <a:bodyPr/>
        <a:lstStyle/>
        <a:p>
          <a:endParaRPr lang="en-US"/>
        </a:p>
      </dgm:t>
    </dgm:pt>
    <dgm:pt modelId="{E2FD430F-6DBC-4044-A6E1-FBA981C11CE1}" type="sibTrans" cxnId="{AFEE5A74-B4D3-419B-BDCD-536F1D19F88B}">
      <dgm:prSet/>
      <dgm:spPr/>
      <dgm:t>
        <a:bodyPr/>
        <a:lstStyle/>
        <a:p>
          <a:endParaRPr lang="en-US"/>
        </a:p>
      </dgm:t>
    </dgm:pt>
    <dgm:pt modelId="{B6AC3F3F-5574-46CF-8603-E2B07B989187}">
      <dgm:prSet phldrT="[Text]" custT="1"/>
      <dgm:spPr/>
      <dgm:t>
        <a:bodyPr/>
        <a:lstStyle/>
        <a:p>
          <a:pPr>
            <a:buFont typeface="Arial" panose="020B0604020202020204" pitchFamily="34" charset="0"/>
            <a:buChar char="•"/>
          </a:pPr>
          <a:r>
            <a:rPr lang="en-US" sz="1600" b="1" i="0">
              <a:latin typeface="Times New Roman" panose="02020603050405020304" pitchFamily="18" charset="0"/>
              <a:cs typeface="Times New Roman" panose="02020603050405020304" pitchFamily="18" charset="0"/>
            </a:rPr>
            <a:t>Theo dõi Tình trạng Thiết bị</a:t>
          </a:r>
          <a:r>
            <a:rPr lang="en-US" sz="1600" b="0" i="0">
              <a:latin typeface="Times New Roman" panose="02020603050405020304" pitchFamily="18" charset="0"/>
              <a:cs typeface="Times New Roman" panose="02020603050405020304" pitchFamily="18" charset="0"/>
            </a:rPr>
            <a:t>: Hiển thị tình trạng hoạt động của thiết bị trong phòng học (bật/tắt, hoạt động/hỏng hóc).</a:t>
          </a:r>
          <a:endParaRPr lang="en-US" sz="1600">
            <a:latin typeface="Times New Roman" panose="02020603050405020304" pitchFamily="18" charset="0"/>
            <a:cs typeface="Times New Roman" panose="02020603050405020304" pitchFamily="18" charset="0"/>
          </a:endParaRPr>
        </a:p>
      </dgm:t>
    </dgm:pt>
    <dgm:pt modelId="{FE3648F0-1D7B-4311-B8B4-5C4252185568}" type="parTrans" cxnId="{B8A298AE-9FB5-4934-B680-289A2B8F13AF}">
      <dgm:prSet/>
      <dgm:spPr/>
      <dgm:t>
        <a:bodyPr/>
        <a:lstStyle/>
        <a:p>
          <a:endParaRPr lang="en-US"/>
        </a:p>
      </dgm:t>
    </dgm:pt>
    <dgm:pt modelId="{61803F0B-B915-4186-A6FE-961EB2C78EE0}" type="sibTrans" cxnId="{B8A298AE-9FB5-4934-B680-289A2B8F13AF}">
      <dgm:prSet/>
      <dgm:spPr/>
      <dgm:t>
        <a:bodyPr/>
        <a:lstStyle/>
        <a:p>
          <a:endParaRPr lang="en-US"/>
        </a:p>
      </dgm:t>
    </dgm:pt>
    <dgm:pt modelId="{91BB7D6C-ABA3-4243-A416-F885708B740F}">
      <dgm:prSet phldrT="[Text]" custT="1"/>
      <dgm:spPr/>
      <dgm:t>
        <a:bodyPr/>
        <a:lstStyle/>
        <a:p>
          <a:r>
            <a:rPr lang="en-US" sz="2400" b="1" i="0"/>
            <a:t>3. Điều khiển thiết bị từ xa</a:t>
          </a:r>
          <a:endParaRPr lang="en-US" sz="2400"/>
        </a:p>
      </dgm:t>
    </dgm:pt>
    <dgm:pt modelId="{333E8515-4C75-42CF-B114-3E305A78D88F}" type="parTrans" cxnId="{97B7F631-45D4-4EC6-9FC6-0B4A72A3D706}">
      <dgm:prSet/>
      <dgm:spPr/>
      <dgm:t>
        <a:bodyPr/>
        <a:lstStyle/>
        <a:p>
          <a:endParaRPr lang="en-US"/>
        </a:p>
      </dgm:t>
    </dgm:pt>
    <dgm:pt modelId="{F65AEA9C-94F1-4377-8205-FEE7B7B3A0DA}" type="sibTrans" cxnId="{97B7F631-45D4-4EC6-9FC6-0B4A72A3D706}">
      <dgm:prSet/>
      <dgm:spPr/>
      <dgm:t>
        <a:bodyPr/>
        <a:lstStyle/>
        <a:p>
          <a:endParaRPr lang="en-US"/>
        </a:p>
      </dgm:t>
    </dgm:pt>
    <dgm:pt modelId="{E7D77774-06C8-45A6-BE8B-C64374BC5FC7}">
      <dgm:prSet phldrT="[Text]" custT="1"/>
      <dgm:spPr/>
      <dgm:t>
        <a:bodyPr/>
        <a:lstStyle/>
        <a:p>
          <a:r>
            <a:rPr lang="en-US" sz="1700">
              <a:latin typeface="Tw Cen MT (Body)"/>
            </a:rPr>
            <a:t>Điều khiển các thiết bị trong phòng học thông qua app hệ thống kết nối Wifi</a:t>
          </a:r>
        </a:p>
      </dgm:t>
    </dgm:pt>
    <dgm:pt modelId="{5D8A5A69-6DE5-47A6-923E-A13BFC243A9E}" type="parTrans" cxnId="{BE0A8FB2-4105-4E60-AEB3-D727CB644DCD}">
      <dgm:prSet/>
      <dgm:spPr/>
      <dgm:t>
        <a:bodyPr/>
        <a:lstStyle/>
        <a:p>
          <a:endParaRPr lang="en-US"/>
        </a:p>
      </dgm:t>
    </dgm:pt>
    <dgm:pt modelId="{DF79F698-0865-4D3D-A89D-2C9C9C87F346}" type="sibTrans" cxnId="{BE0A8FB2-4105-4E60-AEB3-D727CB644DCD}">
      <dgm:prSet/>
      <dgm:spPr/>
      <dgm:t>
        <a:bodyPr/>
        <a:lstStyle/>
        <a:p>
          <a:endParaRPr lang="en-US"/>
        </a:p>
      </dgm:t>
    </dgm:pt>
    <dgm:pt modelId="{C80061F0-DEAD-4551-B799-104DE70C18F1}">
      <dgm:prSet phldrT="[Text]" custT="1"/>
      <dgm:spPr/>
      <dgm:t>
        <a:bodyPr/>
        <a:lstStyle/>
        <a:p>
          <a:r>
            <a:rPr lang="en-US" sz="2400" b="1" i="0">
              <a:latin typeface="Tw Cen MT (Body)"/>
            </a:rPr>
            <a:t>4</a:t>
          </a:r>
          <a:r>
            <a:rPr lang="vi-VN" sz="2400" b="1" i="0">
              <a:latin typeface="Tw Cen MT (Body)"/>
            </a:rPr>
            <a:t>. Quản lý </a:t>
          </a:r>
          <a:r>
            <a:rPr lang="en-US" sz="2400" b="1" i="0">
              <a:latin typeface="Tw Cen MT (Body)"/>
            </a:rPr>
            <a:t>n</a:t>
          </a:r>
          <a:r>
            <a:rPr lang="vi-VN" sz="2400" b="1" i="0">
              <a:latin typeface="Tw Cen MT (Body)"/>
            </a:rPr>
            <a:t>gười dùng</a:t>
          </a:r>
          <a:endParaRPr lang="en-US" sz="2400">
            <a:latin typeface="Tw Cen MT (Body)"/>
          </a:endParaRPr>
        </a:p>
      </dgm:t>
    </dgm:pt>
    <dgm:pt modelId="{FB6D7F9B-3181-4D19-8D17-25F16436A45F}" type="parTrans" cxnId="{3A9F2AF2-471F-474E-8A7E-9323E2C03DCE}">
      <dgm:prSet/>
      <dgm:spPr/>
      <dgm:t>
        <a:bodyPr/>
        <a:lstStyle/>
        <a:p>
          <a:endParaRPr lang="en-US"/>
        </a:p>
      </dgm:t>
    </dgm:pt>
    <dgm:pt modelId="{46CC26C9-C0FF-4CBE-89E0-D69C5ABA1254}" type="sibTrans" cxnId="{3A9F2AF2-471F-474E-8A7E-9323E2C03DCE}">
      <dgm:prSet/>
      <dgm:spPr/>
      <dgm:t>
        <a:bodyPr/>
        <a:lstStyle/>
        <a:p>
          <a:endParaRPr lang="en-US"/>
        </a:p>
      </dgm:t>
    </dgm:pt>
    <dgm:pt modelId="{81844DE0-5685-4B37-BC55-B5C06453CA4B}">
      <dgm:prSet phldrT="[Text]" custT="1"/>
      <dgm:spPr/>
      <dgm:t>
        <a:bodyPr/>
        <a:lstStyle/>
        <a:p>
          <a:pPr>
            <a:buFont typeface="Arial" panose="020B0604020202020204" pitchFamily="34" charset="0"/>
            <a:buChar char="•"/>
          </a:pPr>
          <a:r>
            <a:rPr lang="vi-VN" sz="1600" b="1" i="0">
              <a:latin typeface="Times New Roman" panose="02020603050405020304" pitchFamily="18" charset="0"/>
              <a:cs typeface="Times New Roman" panose="02020603050405020304" pitchFamily="18" charset="0"/>
            </a:rPr>
            <a:t>Xác thực và </a:t>
          </a:r>
          <a:r>
            <a:rPr lang="en-US" sz="1600" b="1" i="0">
              <a:latin typeface="Times New Roman" panose="02020603050405020304" pitchFamily="18" charset="0"/>
              <a:cs typeface="Times New Roman" panose="02020603050405020304" pitchFamily="18" charset="0"/>
            </a:rPr>
            <a:t>ph</a:t>
          </a:r>
          <a:r>
            <a:rPr lang="vi-VN" sz="1600" b="1" i="0">
              <a:latin typeface="Times New Roman" panose="02020603050405020304" pitchFamily="18" charset="0"/>
              <a:cs typeface="Times New Roman" panose="02020603050405020304" pitchFamily="18" charset="0"/>
            </a:rPr>
            <a:t>ân quyền</a:t>
          </a:r>
          <a:r>
            <a:rPr lang="vi-VN" sz="1600" b="0" i="0">
              <a:latin typeface="Times New Roman" panose="02020603050405020304" pitchFamily="18" charset="0"/>
              <a:cs typeface="Times New Roman" panose="02020603050405020304" pitchFamily="18" charset="0"/>
            </a:rPr>
            <a:t>: Hỗ trợ đăng nhập và xác thực người dùng (giảng viên, sinh viên, quản trị viên)</a:t>
          </a:r>
          <a:endParaRPr lang="en-US" sz="1600">
            <a:latin typeface="Times New Roman" panose="02020603050405020304" pitchFamily="18" charset="0"/>
            <a:cs typeface="Times New Roman" panose="02020603050405020304" pitchFamily="18" charset="0"/>
          </a:endParaRPr>
        </a:p>
      </dgm:t>
    </dgm:pt>
    <dgm:pt modelId="{9EECEC58-950B-44F9-ABBC-6D78F6F60DF6}" type="parTrans" cxnId="{94512DBD-A612-4EF3-A423-D28B7CC3684C}">
      <dgm:prSet/>
      <dgm:spPr/>
      <dgm:t>
        <a:bodyPr/>
        <a:lstStyle/>
        <a:p>
          <a:endParaRPr lang="en-US"/>
        </a:p>
      </dgm:t>
    </dgm:pt>
    <dgm:pt modelId="{70CFF8CA-1261-4C32-9277-698784D69E2E}" type="sibTrans" cxnId="{94512DBD-A612-4EF3-A423-D28B7CC3684C}">
      <dgm:prSet/>
      <dgm:spPr/>
      <dgm:t>
        <a:bodyPr/>
        <a:lstStyle/>
        <a:p>
          <a:endParaRPr lang="en-US"/>
        </a:p>
      </dgm:t>
    </dgm:pt>
    <dgm:pt modelId="{76F6F2E4-803A-437E-B66A-8694A6F86EA9}">
      <dgm:prSet phldrT="[Text]" custT="1"/>
      <dgm:spPr/>
      <dgm:t>
        <a:bodyPr/>
        <a:lstStyle/>
        <a:p>
          <a:pPr algn="l"/>
          <a:r>
            <a:rPr lang="en-US" sz="2400" b="1" i="0"/>
            <a:t>5. Tích hợp IoT</a:t>
          </a:r>
          <a:endParaRPr lang="en-US" sz="2400"/>
        </a:p>
      </dgm:t>
    </dgm:pt>
    <dgm:pt modelId="{DAAD83AB-4517-40E2-B823-497D185B00AD}" type="parTrans" cxnId="{88870532-2C43-4385-80EB-A7133EA866D1}">
      <dgm:prSet/>
      <dgm:spPr/>
      <dgm:t>
        <a:bodyPr/>
        <a:lstStyle/>
        <a:p>
          <a:endParaRPr lang="en-US"/>
        </a:p>
      </dgm:t>
    </dgm:pt>
    <dgm:pt modelId="{C42EE212-9060-4E95-BA9F-F88FEFD8394F}" type="sibTrans" cxnId="{88870532-2C43-4385-80EB-A7133EA866D1}">
      <dgm:prSet/>
      <dgm:spPr/>
      <dgm:t>
        <a:bodyPr/>
        <a:lstStyle/>
        <a:p>
          <a:endParaRPr lang="en-US"/>
        </a:p>
      </dgm:t>
    </dgm:pt>
    <dgm:pt modelId="{CBB2207D-D646-4869-A78B-3BF76C837AED}">
      <dgm:prSet phldrT="[Text]" custT="1"/>
      <dgm:spPr/>
      <dgm:t>
        <a:bodyPr/>
        <a:lstStyle/>
        <a:p>
          <a:r>
            <a:rPr lang="en-US" sz="1800" b="0" i="0">
              <a:latin typeface="Times New Roman" panose="02020603050405020304" pitchFamily="18" charset="0"/>
              <a:cs typeface="Times New Roman" panose="02020603050405020304" pitchFamily="18" charset="0"/>
            </a:rPr>
            <a:t>Tích hợp thiết bị IoT để thu thập và quản lý dữ liệu thời gian thực.</a:t>
          </a:r>
          <a:endParaRPr lang="en-US" sz="1800">
            <a:latin typeface="Times New Roman" panose="02020603050405020304" pitchFamily="18" charset="0"/>
            <a:cs typeface="Times New Roman" panose="02020603050405020304" pitchFamily="18" charset="0"/>
          </a:endParaRPr>
        </a:p>
      </dgm:t>
    </dgm:pt>
    <dgm:pt modelId="{DFA6AB1F-682E-4274-A1AF-2F9844FB7DFB}" type="parTrans" cxnId="{A290B20D-B3E7-4F47-8FDD-9D4327F9C2EE}">
      <dgm:prSet/>
      <dgm:spPr/>
      <dgm:t>
        <a:bodyPr/>
        <a:lstStyle/>
        <a:p>
          <a:endParaRPr lang="en-US"/>
        </a:p>
      </dgm:t>
    </dgm:pt>
    <dgm:pt modelId="{16B65EE9-1E79-4B9A-BCA9-DEB29EF70AEC}" type="sibTrans" cxnId="{A290B20D-B3E7-4F47-8FDD-9D4327F9C2EE}">
      <dgm:prSet/>
      <dgm:spPr/>
      <dgm:t>
        <a:bodyPr/>
        <a:lstStyle/>
        <a:p>
          <a:endParaRPr lang="en-US"/>
        </a:p>
      </dgm:t>
    </dgm:pt>
    <dgm:pt modelId="{15CA0C48-A9EE-4E77-AD28-F527F3857DEA}">
      <dgm:prSet custT="1"/>
      <dgm:spPr/>
      <dgm:t>
        <a:bodyPr/>
        <a:lstStyle/>
        <a:p>
          <a:pPr>
            <a:buFont typeface="Arial" panose="020B0604020202020204" pitchFamily="34" charset="0"/>
            <a:buChar char="•"/>
          </a:pPr>
          <a:r>
            <a:rPr lang="en-US" sz="1600" b="1" i="0">
              <a:latin typeface="Times New Roman" panose="02020603050405020304" pitchFamily="18" charset="0"/>
              <a:cs typeface="Times New Roman" panose="02020603050405020304" pitchFamily="18" charset="0"/>
            </a:rPr>
            <a:t>Đặt phòng</a:t>
          </a:r>
          <a:r>
            <a:rPr lang="en-US" sz="1600" b="0" i="0">
              <a:latin typeface="Times New Roman" panose="02020603050405020304" pitchFamily="18" charset="0"/>
              <a:cs typeface="Times New Roman" panose="02020603050405020304" pitchFamily="18" charset="0"/>
            </a:rPr>
            <a:t>: Cho phép giảng viên hoặc sinh viên đặt phòng học cho các buổi họ.</a:t>
          </a:r>
        </a:p>
      </dgm:t>
    </dgm:pt>
    <dgm:pt modelId="{47C88C0C-D7EA-4817-98CA-C76A8A9B84A5}" type="parTrans" cxnId="{CE9E1CCF-99EC-43C6-9251-E144FB30AF55}">
      <dgm:prSet/>
      <dgm:spPr/>
      <dgm:t>
        <a:bodyPr/>
        <a:lstStyle/>
        <a:p>
          <a:endParaRPr lang="en-US"/>
        </a:p>
      </dgm:t>
    </dgm:pt>
    <dgm:pt modelId="{4719C53E-735B-4683-B035-F5ADBE9752C2}" type="sibTrans" cxnId="{CE9E1CCF-99EC-43C6-9251-E144FB30AF55}">
      <dgm:prSet/>
      <dgm:spPr/>
      <dgm:t>
        <a:bodyPr/>
        <a:lstStyle/>
        <a:p>
          <a:endParaRPr lang="en-US"/>
        </a:p>
      </dgm:t>
    </dgm:pt>
    <dgm:pt modelId="{C255A803-8F8B-4EB6-AD10-8FE486040F16}">
      <dgm:prSet phldrT="[Text]" custT="1"/>
      <dgm:spPr/>
      <dgm:t>
        <a:bodyPr/>
        <a:lstStyle/>
        <a:p>
          <a:pPr>
            <a:buFont typeface="Arial" panose="020B0604020202020204" pitchFamily="34" charset="0"/>
            <a:buChar char="•"/>
          </a:pPr>
          <a:r>
            <a:rPr lang="vi-VN" sz="1600" b="1" i="0">
              <a:latin typeface="Times New Roman" panose="02020603050405020304" pitchFamily="18" charset="0"/>
              <a:cs typeface="Times New Roman" panose="02020603050405020304" pitchFamily="18" charset="0"/>
            </a:rPr>
            <a:t>Hồ sơ Người dùng</a:t>
          </a:r>
          <a:r>
            <a:rPr lang="vi-VN" sz="1600" b="0" i="0">
              <a:latin typeface="Times New Roman" panose="02020603050405020304" pitchFamily="18" charset="0"/>
              <a:cs typeface="Times New Roman" panose="02020603050405020304" pitchFamily="18" charset="0"/>
            </a:rPr>
            <a:t>: Quản lý thông tin cá nhân, lịch sử đặt phòng, và quyền truy cập của người dùng.</a:t>
          </a:r>
          <a:endParaRPr lang="en-US" sz="1600">
            <a:latin typeface="Times New Roman" panose="02020603050405020304" pitchFamily="18" charset="0"/>
            <a:cs typeface="Times New Roman" panose="02020603050405020304" pitchFamily="18" charset="0"/>
          </a:endParaRPr>
        </a:p>
      </dgm:t>
    </dgm:pt>
    <dgm:pt modelId="{A39B281A-C437-4608-B780-EACD270B5762}" type="parTrans" cxnId="{D0081AF4-99C8-470C-B9F4-534B6E25F900}">
      <dgm:prSet/>
      <dgm:spPr/>
      <dgm:t>
        <a:bodyPr/>
        <a:lstStyle/>
        <a:p>
          <a:endParaRPr lang="en-US"/>
        </a:p>
      </dgm:t>
    </dgm:pt>
    <dgm:pt modelId="{E9AB3274-94D9-464F-AFD0-E1916CAB5B61}" type="sibTrans" cxnId="{D0081AF4-99C8-470C-B9F4-534B6E25F900}">
      <dgm:prSet/>
      <dgm:spPr/>
      <dgm:t>
        <a:bodyPr/>
        <a:lstStyle/>
        <a:p>
          <a:endParaRPr lang="en-US"/>
        </a:p>
      </dgm:t>
    </dgm:pt>
    <dgm:pt modelId="{FB8A6C4A-E4BF-42AD-95BC-8B50C4B16BBE}">
      <dgm:prSet custT="1"/>
      <dgm:spPr/>
      <dgm:t>
        <a:bodyPr/>
        <a:lstStyle/>
        <a:p>
          <a:pPr>
            <a:buFont typeface="Arial" panose="020B0604020202020204" pitchFamily="34" charset="0"/>
            <a:buChar char="•"/>
          </a:pPr>
          <a:r>
            <a:rPr lang="en-US" sz="1600" b="1" i="0">
              <a:latin typeface="Times New Roman" panose="02020603050405020304" pitchFamily="18" charset="0"/>
              <a:cs typeface="Times New Roman" panose="02020603050405020304" pitchFamily="18" charset="0"/>
            </a:rPr>
            <a:t>Xác nhận và Thông báo</a:t>
          </a:r>
          <a:r>
            <a:rPr lang="en-US" sz="1600" b="0" i="0">
              <a:latin typeface="Times New Roman" panose="02020603050405020304" pitchFamily="18" charset="0"/>
              <a:cs typeface="Times New Roman" panose="02020603050405020304" pitchFamily="18" charset="0"/>
            </a:rPr>
            <a:t>: Gửi thông báo xác nhận đặt phòng.</a:t>
          </a:r>
        </a:p>
      </dgm:t>
    </dgm:pt>
    <dgm:pt modelId="{125433E6-5028-4BD4-B425-B9FBCBFC4355}" type="parTrans" cxnId="{AE121193-E829-4987-BAED-ACD6665B01FF}">
      <dgm:prSet/>
      <dgm:spPr/>
      <dgm:t>
        <a:bodyPr/>
        <a:lstStyle/>
        <a:p>
          <a:endParaRPr lang="en-US"/>
        </a:p>
      </dgm:t>
    </dgm:pt>
    <dgm:pt modelId="{4FAC0FB7-C71F-4226-9DF4-FC21851EFBDD}" type="sibTrans" cxnId="{AE121193-E829-4987-BAED-ACD6665B01FF}">
      <dgm:prSet/>
      <dgm:spPr/>
      <dgm:t>
        <a:bodyPr/>
        <a:lstStyle/>
        <a:p>
          <a:endParaRPr lang="en-US"/>
        </a:p>
      </dgm:t>
    </dgm:pt>
    <dgm:pt modelId="{79CB7950-A68E-4670-AE7C-373B732F73E3}" type="pres">
      <dgm:prSet presAssocID="{D61D0E1A-257F-440E-A767-B6296F35CDD7}" presName="Name0" presStyleCnt="0">
        <dgm:presLayoutVars>
          <dgm:dir/>
          <dgm:animLvl val="lvl"/>
          <dgm:resizeHandles val="exact"/>
        </dgm:presLayoutVars>
      </dgm:prSet>
      <dgm:spPr/>
    </dgm:pt>
    <dgm:pt modelId="{275EB625-7852-42C4-A2F8-03E096DB506B}" type="pres">
      <dgm:prSet presAssocID="{363B49A9-4FF1-4602-AAF1-4060C0E47EF2}" presName="linNode" presStyleCnt="0"/>
      <dgm:spPr/>
    </dgm:pt>
    <dgm:pt modelId="{370F1BBE-DAFD-4106-84AF-64B4D43EE5BD}" type="pres">
      <dgm:prSet presAssocID="{363B49A9-4FF1-4602-AAF1-4060C0E47EF2}" presName="parentText" presStyleLbl="node1" presStyleIdx="0" presStyleCnt="5" custScaleX="74769">
        <dgm:presLayoutVars>
          <dgm:chMax val="1"/>
          <dgm:bulletEnabled val="1"/>
        </dgm:presLayoutVars>
      </dgm:prSet>
      <dgm:spPr/>
    </dgm:pt>
    <dgm:pt modelId="{C3CAFE67-09EC-4503-9FEA-1E3BD5DF0DB3}" type="pres">
      <dgm:prSet presAssocID="{363B49A9-4FF1-4602-AAF1-4060C0E47EF2}" presName="descendantText" presStyleLbl="alignAccFollowNode1" presStyleIdx="0" presStyleCnt="5" custScaleY="127245">
        <dgm:presLayoutVars>
          <dgm:bulletEnabled val="1"/>
        </dgm:presLayoutVars>
      </dgm:prSet>
      <dgm:spPr/>
    </dgm:pt>
    <dgm:pt modelId="{449EA67B-BA59-46A8-8CF2-93A9854112ED}" type="pres">
      <dgm:prSet presAssocID="{3DBBDF39-9919-4424-8D0A-6A6696E7F59B}" presName="sp" presStyleCnt="0"/>
      <dgm:spPr/>
    </dgm:pt>
    <dgm:pt modelId="{DC843211-F4AD-4C84-BF64-975909DE3E9B}" type="pres">
      <dgm:prSet presAssocID="{9F9686EE-737A-48AD-A331-6EC47C571BF9}" presName="linNode" presStyleCnt="0"/>
      <dgm:spPr/>
    </dgm:pt>
    <dgm:pt modelId="{7710B54A-ED12-4952-84F3-CBD7B9C933FF}" type="pres">
      <dgm:prSet presAssocID="{9F9686EE-737A-48AD-A331-6EC47C571BF9}" presName="parentText" presStyleLbl="node1" presStyleIdx="1" presStyleCnt="5" custScaleX="74335">
        <dgm:presLayoutVars>
          <dgm:chMax val="1"/>
          <dgm:bulletEnabled val="1"/>
        </dgm:presLayoutVars>
      </dgm:prSet>
      <dgm:spPr/>
    </dgm:pt>
    <dgm:pt modelId="{DBC9B97B-8A8F-4E95-9C21-4AFDEA7EA70F}" type="pres">
      <dgm:prSet presAssocID="{9F9686EE-737A-48AD-A331-6EC47C571BF9}" presName="descendantText" presStyleLbl="alignAccFollowNode1" presStyleIdx="1" presStyleCnt="5">
        <dgm:presLayoutVars>
          <dgm:bulletEnabled val="1"/>
        </dgm:presLayoutVars>
      </dgm:prSet>
      <dgm:spPr/>
    </dgm:pt>
    <dgm:pt modelId="{AB3CA398-E74D-4BD9-A26E-A167B20D091C}" type="pres">
      <dgm:prSet presAssocID="{E2FD430F-6DBC-4044-A6E1-FBA981C11CE1}" presName="sp" presStyleCnt="0"/>
      <dgm:spPr/>
    </dgm:pt>
    <dgm:pt modelId="{DA999782-2932-4C52-9BDB-231058D25E21}" type="pres">
      <dgm:prSet presAssocID="{91BB7D6C-ABA3-4243-A416-F885708B740F}" presName="linNode" presStyleCnt="0"/>
      <dgm:spPr/>
    </dgm:pt>
    <dgm:pt modelId="{C15B8945-5A5B-4791-AAE0-72E89C72A16A}" type="pres">
      <dgm:prSet presAssocID="{91BB7D6C-ABA3-4243-A416-F885708B740F}" presName="parentText" presStyleLbl="node1" presStyleIdx="2" presStyleCnt="5" custScaleX="74008">
        <dgm:presLayoutVars>
          <dgm:chMax val="1"/>
          <dgm:bulletEnabled val="1"/>
        </dgm:presLayoutVars>
      </dgm:prSet>
      <dgm:spPr/>
    </dgm:pt>
    <dgm:pt modelId="{5861F45D-720F-4FEC-95C9-1922869FDA20}" type="pres">
      <dgm:prSet presAssocID="{91BB7D6C-ABA3-4243-A416-F885708B740F}" presName="descendantText" presStyleLbl="alignAccFollowNode1" presStyleIdx="2" presStyleCnt="5">
        <dgm:presLayoutVars>
          <dgm:bulletEnabled val="1"/>
        </dgm:presLayoutVars>
      </dgm:prSet>
      <dgm:spPr/>
    </dgm:pt>
    <dgm:pt modelId="{97F89D35-1C76-4361-A011-3286559DD5C2}" type="pres">
      <dgm:prSet presAssocID="{F65AEA9C-94F1-4377-8205-FEE7B7B3A0DA}" presName="sp" presStyleCnt="0"/>
      <dgm:spPr/>
    </dgm:pt>
    <dgm:pt modelId="{55D3D7B6-957D-498A-B763-6CE723C833BB}" type="pres">
      <dgm:prSet presAssocID="{C80061F0-DEAD-4551-B799-104DE70C18F1}" presName="linNode" presStyleCnt="0"/>
      <dgm:spPr/>
    </dgm:pt>
    <dgm:pt modelId="{5DC9F350-868B-44BD-8E1D-55CB37D5EF03}" type="pres">
      <dgm:prSet presAssocID="{C80061F0-DEAD-4551-B799-104DE70C18F1}" presName="parentText" presStyleLbl="node1" presStyleIdx="3" presStyleCnt="5" custScaleX="73982">
        <dgm:presLayoutVars>
          <dgm:chMax val="1"/>
          <dgm:bulletEnabled val="1"/>
        </dgm:presLayoutVars>
      </dgm:prSet>
      <dgm:spPr/>
    </dgm:pt>
    <dgm:pt modelId="{154C68A9-EB88-4F8D-9CC2-A0655529C9F5}" type="pres">
      <dgm:prSet presAssocID="{C80061F0-DEAD-4551-B799-104DE70C18F1}" presName="descendantText" presStyleLbl="alignAccFollowNode1" presStyleIdx="3" presStyleCnt="5" custScaleY="125219">
        <dgm:presLayoutVars>
          <dgm:bulletEnabled val="1"/>
        </dgm:presLayoutVars>
      </dgm:prSet>
      <dgm:spPr/>
    </dgm:pt>
    <dgm:pt modelId="{2BCC2775-610C-427A-8ED2-62056613253B}" type="pres">
      <dgm:prSet presAssocID="{46CC26C9-C0FF-4CBE-89E0-D69C5ABA1254}" presName="sp" presStyleCnt="0"/>
      <dgm:spPr/>
    </dgm:pt>
    <dgm:pt modelId="{D0AA292C-A249-4088-BC46-9E746CD6D3B7}" type="pres">
      <dgm:prSet presAssocID="{76F6F2E4-803A-437E-B66A-8694A6F86EA9}" presName="linNode" presStyleCnt="0"/>
      <dgm:spPr/>
    </dgm:pt>
    <dgm:pt modelId="{50891BCA-D5AB-45BB-8777-975A98628EE3}" type="pres">
      <dgm:prSet presAssocID="{76F6F2E4-803A-437E-B66A-8694A6F86EA9}" presName="parentText" presStyleLbl="node1" presStyleIdx="4" presStyleCnt="5" custScaleX="74769">
        <dgm:presLayoutVars>
          <dgm:chMax val="1"/>
          <dgm:bulletEnabled val="1"/>
        </dgm:presLayoutVars>
      </dgm:prSet>
      <dgm:spPr/>
    </dgm:pt>
    <dgm:pt modelId="{3BB99815-2374-43DC-91A9-CB4FC265E670}" type="pres">
      <dgm:prSet presAssocID="{76F6F2E4-803A-437E-B66A-8694A6F86EA9}" presName="descendantText" presStyleLbl="alignAccFollowNode1" presStyleIdx="4" presStyleCnt="5">
        <dgm:presLayoutVars>
          <dgm:bulletEnabled val="1"/>
        </dgm:presLayoutVars>
      </dgm:prSet>
      <dgm:spPr/>
    </dgm:pt>
  </dgm:ptLst>
  <dgm:cxnLst>
    <dgm:cxn modelId="{35736602-2E0E-4E3B-B8C2-A1EE5716B0E9}" type="presOf" srcId="{C255A803-8F8B-4EB6-AD10-8FE486040F16}" destId="{154C68A9-EB88-4F8D-9CC2-A0655529C9F5}" srcOrd="0" destOrd="1" presId="urn:microsoft.com/office/officeart/2005/8/layout/vList5"/>
    <dgm:cxn modelId="{A290B20D-B3E7-4F47-8FDD-9D4327F9C2EE}" srcId="{76F6F2E4-803A-437E-B66A-8694A6F86EA9}" destId="{CBB2207D-D646-4869-A78B-3BF76C837AED}" srcOrd="0" destOrd="0" parTransId="{DFA6AB1F-682E-4274-A1AF-2F9844FB7DFB}" sibTransId="{16B65EE9-1E79-4B9A-BCA9-DEB29EF70AEC}"/>
    <dgm:cxn modelId="{27899318-E929-419B-B908-E1AE0E3C55CC}" type="presOf" srcId="{FB8A6C4A-E4BF-42AD-95BC-8B50C4B16BBE}" destId="{C3CAFE67-09EC-4503-9FEA-1E3BD5DF0DB3}" srcOrd="0" destOrd="2" presId="urn:microsoft.com/office/officeart/2005/8/layout/vList5"/>
    <dgm:cxn modelId="{F606B825-77AE-4A21-9FEB-1D157F574DD6}" type="presOf" srcId="{E7D77774-06C8-45A6-BE8B-C64374BC5FC7}" destId="{5861F45D-720F-4FEC-95C9-1922869FDA20}" srcOrd="0" destOrd="0" presId="urn:microsoft.com/office/officeart/2005/8/layout/vList5"/>
    <dgm:cxn modelId="{97B7F631-45D4-4EC6-9FC6-0B4A72A3D706}" srcId="{D61D0E1A-257F-440E-A767-B6296F35CDD7}" destId="{91BB7D6C-ABA3-4243-A416-F885708B740F}" srcOrd="2" destOrd="0" parTransId="{333E8515-4C75-42CF-B114-3E305A78D88F}" sibTransId="{F65AEA9C-94F1-4377-8205-FEE7B7B3A0DA}"/>
    <dgm:cxn modelId="{88870532-2C43-4385-80EB-A7133EA866D1}" srcId="{D61D0E1A-257F-440E-A767-B6296F35CDD7}" destId="{76F6F2E4-803A-437E-B66A-8694A6F86EA9}" srcOrd="4" destOrd="0" parTransId="{DAAD83AB-4517-40E2-B823-497D185B00AD}" sibTransId="{C42EE212-9060-4E95-BA9F-F88FEFD8394F}"/>
    <dgm:cxn modelId="{C2E9AA39-F460-4EB2-9288-7A77CCC2FE37}" type="presOf" srcId="{81844DE0-5685-4B37-BC55-B5C06453CA4B}" destId="{154C68A9-EB88-4F8D-9CC2-A0655529C9F5}" srcOrd="0" destOrd="0" presId="urn:microsoft.com/office/officeart/2005/8/layout/vList5"/>
    <dgm:cxn modelId="{4251A03A-D656-4FBC-86ED-F41F78147EA5}" type="presOf" srcId="{B6AC3F3F-5574-46CF-8603-E2B07B989187}" destId="{DBC9B97B-8A8F-4E95-9C21-4AFDEA7EA70F}" srcOrd="0" destOrd="0" presId="urn:microsoft.com/office/officeart/2005/8/layout/vList5"/>
    <dgm:cxn modelId="{F906F56C-300E-4753-BAFA-A40DBC5C92B2}" srcId="{363B49A9-4FF1-4602-AAF1-4060C0E47EF2}" destId="{73791F0F-92E7-4599-B17C-A0C1B4043239}" srcOrd="0" destOrd="0" parTransId="{DC915808-5BFA-4C76-8935-CBD7F129A1BD}" sibTransId="{A1AFA8BE-E9AC-4E72-8FA6-291F31C7342A}"/>
    <dgm:cxn modelId="{AFEE5A74-B4D3-419B-BDCD-536F1D19F88B}" srcId="{D61D0E1A-257F-440E-A767-B6296F35CDD7}" destId="{9F9686EE-737A-48AD-A331-6EC47C571BF9}" srcOrd="1" destOrd="0" parTransId="{02902738-75AE-4645-A1E0-4D29C3FA1E35}" sibTransId="{E2FD430F-6DBC-4044-A6E1-FBA981C11CE1}"/>
    <dgm:cxn modelId="{06BD195A-D295-426C-9EAC-027D75898692}" type="presOf" srcId="{D61D0E1A-257F-440E-A767-B6296F35CDD7}" destId="{79CB7950-A68E-4670-AE7C-373B732F73E3}" srcOrd="0" destOrd="0" presId="urn:microsoft.com/office/officeart/2005/8/layout/vList5"/>
    <dgm:cxn modelId="{AE121193-E829-4987-BAED-ACD6665B01FF}" srcId="{363B49A9-4FF1-4602-AAF1-4060C0E47EF2}" destId="{FB8A6C4A-E4BF-42AD-95BC-8B50C4B16BBE}" srcOrd="2" destOrd="0" parTransId="{125433E6-5028-4BD4-B425-B9FBCBFC4355}" sibTransId="{4FAC0FB7-C71F-4226-9DF4-FC21851EFBDD}"/>
    <dgm:cxn modelId="{F9A37AA6-8C15-4909-9DCF-4267AAFAB420}" type="presOf" srcId="{C80061F0-DEAD-4551-B799-104DE70C18F1}" destId="{5DC9F350-868B-44BD-8E1D-55CB37D5EF03}" srcOrd="0" destOrd="0" presId="urn:microsoft.com/office/officeart/2005/8/layout/vList5"/>
    <dgm:cxn modelId="{B8A298AE-9FB5-4934-B680-289A2B8F13AF}" srcId="{9F9686EE-737A-48AD-A331-6EC47C571BF9}" destId="{B6AC3F3F-5574-46CF-8603-E2B07B989187}" srcOrd="0" destOrd="0" parTransId="{FE3648F0-1D7B-4311-B8B4-5C4252185568}" sibTransId="{61803F0B-B915-4186-A6FE-961EB2C78EE0}"/>
    <dgm:cxn modelId="{BE0A8FB2-4105-4E60-AEB3-D727CB644DCD}" srcId="{91BB7D6C-ABA3-4243-A416-F885708B740F}" destId="{E7D77774-06C8-45A6-BE8B-C64374BC5FC7}" srcOrd="0" destOrd="0" parTransId="{5D8A5A69-6DE5-47A6-923E-A13BFC243A9E}" sibTransId="{DF79F698-0865-4D3D-A89D-2C9C9C87F346}"/>
    <dgm:cxn modelId="{94512DBD-A612-4EF3-A423-D28B7CC3684C}" srcId="{C80061F0-DEAD-4551-B799-104DE70C18F1}" destId="{81844DE0-5685-4B37-BC55-B5C06453CA4B}" srcOrd="0" destOrd="0" parTransId="{9EECEC58-950B-44F9-ABBC-6D78F6F60DF6}" sibTransId="{70CFF8CA-1261-4C32-9277-698784D69E2E}"/>
    <dgm:cxn modelId="{6742BFCD-B5C3-462A-90CD-E6A86B2D18E3}" type="presOf" srcId="{CBB2207D-D646-4869-A78B-3BF76C837AED}" destId="{3BB99815-2374-43DC-91A9-CB4FC265E670}" srcOrd="0" destOrd="0" presId="urn:microsoft.com/office/officeart/2005/8/layout/vList5"/>
    <dgm:cxn modelId="{CE9E1CCF-99EC-43C6-9251-E144FB30AF55}" srcId="{363B49A9-4FF1-4602-AAF1-4060C0E47EF2}" destId="{15CA0C48-A9EE-4E77-AD28-F527F3857DEA}" srcOrd="1" destOrd="0" parTransId="{47C88C0C-D7EA-4817-98CA-C76A8A9B84A5}" sibTransId="{4719C53E-735B-4683-B035-F5ADBE9752C2}"/>
    <dgm:cxn modelId="{905281D8-CB11-4A23-998D-15338ED911F2}" srcId="{D61D0E1A-257F-440E-A767-B6296F35CDD7}" destId="{363B49A9-4FF1-4602-AAF1-4060C0E47EF2}" srcOrd="0" destOrd="0" parTransId="{70DBD430-DF18-439C-8015-1058053CA8ED}" sibTransId="{3DBBDF39-9919-4424-8D0A-6A6696E7F59B}"/>
    <dgm:cxn modelId="{0C9F0EE4-A1EE-490B-85E1-EB160DAE9875}" type="presOf" srcId="{73791F0F-92E7-4599-B17C-A0C1B4043239}" destId="{C3CAFE67-09EC-4503-9FEA-1E3BD5DF0DB3}" srcOrd="0" destOrd="0" presId="urn:microsoft.com/office/officeart/2005/8/layout/vList5"/>
    <dgm:cxn modelId="{DBB4FFE9-48E9-45F1-A4AB-7B654C3C7612}" type="presOf" srcId="{76F6F2E4-803A-437E-B66A-8694A6F86EA9}" destId="{50891BCA-D5AB-45BB-8777-975A98628EE3}" srcOrd="0" destOrd="0" presId="urn:microsoft.com/office/officeart/2005/8/layout/vList5"/>
    <dgm:cxn modelId="{883980EB-99C7-4415-8787-68B9ACE50195}" type="presOf" srcId="{9F9686EE-737A-48AD-A331-6EC47C571BF9}" destId="{7710B54A-ED12-4952-84F3-CBD7B9C933FF}" srcOrd="0" destOrd="0" presId="urn:microsoft.com/office/officeart/2005/8/layout/vList5"/>
    <dgm:cxn modelId="{4049A8EC-1735-40BB-8F80-E5AED7B5B7B5}" type="presOf" srcId="{15CA0C48-A9EE-4E77-AD28-F527F3857DEA}" destId="{C3CAFE67-09EC-4503-9FEA-1E3BD5DF0DB3}" srcOrd="0" destOrd="1" presId="urn:microsoft.com/office/officeart/2005/8/layout/vList5"/>
    <dgm:cxn modelId="{DB98A3ED-271E-465B-995F-BE4293871BF1}" type="presOf" srcId="{91BB7D6C-ABA3-4243-A416-F885708B740F}" destId="{C15B8945-5A5B-4791-AAE0-72E89C72A16A}" srcOrd="0" destOrd="0" presId="urn:microsoft.com/office/officeart/2005/8/layout/vList5"/>
    <dgm:cxn modelId="{3A9F2AF2-471F-474E-8A7E-9323E2C03DCE}" srcId="{D61D0E1A-257F-440E-A767-B6296F35CDD7}" destId="{C80061F0-DEAD-4551-B799-104DE70C18F1}" srcOrd="3" destOrd="0" parTransId="{FB6D7F9B-3181-4D19-8D17-25F16436A45F}" sibTransId="{46CC26C9-C0FF-4CBE-89E0-D69C5ABA1254}"/>
    <dgm:cxn modelId="{D0081AF4-99C8-470C-B9F4-534B6E25F900}" srcId="{C80061F0-DEAD-4551-B799-104DE70C18F1}" destId="{C255A803-8F8B-4EB6-AD10-8FE486040F16}" srcOrd="1" destOrd="0" parTransId="{A39B281A-C437-4608-B780-EACD270B5762}" sibTransId="{E9AB3274-94D9-464F-AFD0-E1916CAB5B61}"/>
    <dgm:cxn modelId="{3ACFD5F7-C95C-4E0C-AA77-BF56D2D960D9}" type="presOf" srcId="{363B49A9-4FF1-4602-AAF1-4060C0E47EF2}" destId="{370F1BBE-DAFD-4106-84AF-64B4D43EE5BD}" srcOrd="0" destOrd="0" presId="urn:microsoft.com/office/officeart/2005/8/layout/vList5"/>
    <dgm:cxn modelId="{4B3D533C-43B7-4A24-9078-E2667D01223D}" type="presParOf" srcId="{79CB7950-A68E-4670-AE7C-373B732F73E3}" destId="{275EB625-7852-42C4-A2F8-03E096DB506B}" srcOrd="0" destOrd="0" presId="urn:microsoft.com/office/officeart/2005/8/layout/vList5"/>
    <dgm:cxn modelId="{0E78E159-C273-4046-809A-6E1A21D21789}" type="presParOf" srcId="{275EB625-7852-42C4-A2F8-03E096DB506B}" destId="{370F1BBE-DAFD-4106-84AF-64B4D43EE5BD}" srcOrd="0" destOrd="0" presId="urn:microsoft.com/office/officeart/2005/8/layout/vList5"/>
    <dgm:cxn modelId="{6578298A-6C56-4435-97FC-F7F35D24C8C1}" type="presParOf" srcId="{275EB625-7852-42C4-A2F8-03E096DB506B}" destId="{C3CAFE67-09EC-4503-9FEA-1E3BD5DF0DB3}" srcOrd="1" destOrd="0" presId="urn:microsoft.com/office/officeart/2005/8/layout/vList5"/>
    <dgm:cxn modelId="{DC8050EC-E447-45EB-87B6-BD8ED4FCFB4A}" type="presParOf" srcId="{79CB7950-A68E-4670-AE7C-373B732F73E3}" destId="{449EA67B-BA59-46A8-8CF2-93A9854112ED}" srcOrd="1" destOrd="0" presId="urn:microsoft.com/office/officeart/2005/8/layout/vList5"/>
    <dgm:cxn modelId="{32C16D3D-B3D4-4711-BA54-8DC61CAFCCAD}" type="presParOf" srcId="{79CB7950-A68E-4670-AE7C-373B732F73E3}" destId="{DC843211-F4AD-4C84-BF64-975909DE3E9B}" srcOrd="2" destOrd="0" presId="urn:microsoft.com/office/officeart/2005/8/layout/vList5"/>
    <dgm:cxn modelId="{290AC42B-7A9C-4137-B165-A66ABD00A93E}" type="presParOf" srcId="{DC843211-F4AD-4C84-BF64-975909DE3E9B}" destId="{7710B54A-ED12-4952-84F3-CBD7B9C933FF}" srcOrd="0" destOrd="0" presId="urn:microsoft.com/office/officeart/2005/8/layout/vList5"/>
    <dgm:cxn modelId="{EB323226-8EB1-428C-AAF5-EFB332A6548B}" type="presParOf" srcId="{DC843211-F4AD-4C84-BF64-975909DE3E9B}" destId="{DBC9B97B-8A8F-4E95-9C21-4AFDEA7EA70F}" srcOrd="1" destOrd="0" presId="urn:microsoft.com/office/officeart/2005/8/layout/vList5"/>
    <dgm:cxn modelId="{61880439-0A93-47A6-86D4-4F02E15152EF}" type="presParOf" srcId="{79CB7950-A68E-4670-AE7C-373B732F73E3}" destId="{AB3CA398-E74D-4BD9-A26E-A167B20D091C}" srcOrd="3" destOrd="0" presId="urn:microsoft.com/office/officeart/2005/8/layout/vList5"/>
    <dgm:cxn modelId="{146DE1ED-338F-4713-914D-15E1869C7063}" type="presParOf" srcId="{79CB7950-A68E-4670-AE7C-373B732F73E3}" destId="{DA999782-2932-4C52-9BDB-231058D25E21}" srcOrd="4" destOrd="0" presId="urn:microsoft.com/office/officeart/2005/8/layout/vList5"/>
    <dgm:cxn modelId="{E451D93A-551E-422C-A4DA-95F836C36F23}" type="presParOf" srcId="{DA999782-2932-4C52-9BDB-231058D25E21}" destId="{C15B8945-5A5B-4791-AAE0-72E89C72A16A}" srcOrd="0" destOrd="0" presId="urn:microsoft.com/office/officeart/2005/8/layout/vList5"/>
    <dgm:cxn modelId="{C1E52CEA-E0DD-48B4-9C7D-58E323ADB917}" type="presParOf" srcId="{DA999782-2932-4C52-9BDB-231058D25E21}" destId="{5861F45D-720F-4FEC-95C9-1922869FDA20}" srcOrd="1" destOrd="0" presId="urn:microsoft.com/office/officeart/2005/8/layout/vList5"/>
    <dgm:cxn modelId="{E6E6B52B-A3D2-433C-8F2F-F5D6F29E97A8}" type="presParOf" srcId="{79CB7950-A68E-4670-AE7C-373B732F73E3}" destId="{97F89D35-1C76-4361-A011-3286559DD5C2}" srcOrd="5" destOrd="0" presId="urn:microsoft.com/office/officeart/2005/8/layout/vList5"/>
    <dgm:cxn modelId="{6334B367-99B4-45C5-BF30-02ED6EAB3327}" type="presParOf" srcId="{79CB7950-A68E-4670-AE7C-373B732F73E3}" destId="{55D3D7B6-957D-498A-B763-6CE723C833BB}" srcOrd="6" destOrd="0" presId="urn:microsoft.com/office/officeart/2005/8/layout/vList5"/>
    <dgm:cxn modelId="{49C7842F-2A3A-412C-B2A2-F6A014D48FD3}" type="presParOf" srcId="{55D3D7B6-957D-498A-B763-6CE723C833BB}" destId="{5DC9F350-868B-44BD-8E1D-55CB37D5EF03}" srcOrd="0" destOrd="0" presId="urn:microsoft.com/office/officeart/2005/8/layout/vList5"/>
    <dgm:cxn modelId="{3844B0EB-43E6-4612-AFA9-3CABB2DCFF9E}" type="presParOf" srcId="{55D3D7B6-957D-498A-B763-6CE723C833BB}" destId="{154C68A9-EB88-4F8D-9CC2-A0655529C9F5}" srcOrd="1" destOrd="0" presId="urn:microsoft.com/office/officeart/2005/8/layout/vList5"/>
    <dgm:cxn modelId="{093D137A-55B8-4340-86FD-6ACD6ADD89E4}" type="presParOf" srcId="{79CB7950-A68E-4670-AE7C-373B732F73E3}" destId="{2BCC2775-610C-427A-8ED2-62056613253B}" srcOrd="7" destOrd="0" presId="urn:microsoft.com/office/officeart/2005/8/layout/vList5"/>
    <dgm:cxn modelId="{DEC94786-DA5D-40E5-808B-DE90F2B907D7}" type="presParOf" srcId="{79CB7950-A68E-4670-AE7C-373B732F73E3}" destId="{D0AA292C-A249-4088-BC46-9E746CD6D3B7}" srcOrd="8" destOrd="0" presId="urn:microsoft.com/office/officeart/2005/8/layout/vList5"/>
    <dgm:cxn modelId="{DC496CFD-7E23-4CDB-8AD1-5F78AA6BE922}" type="presParOf" srcId="{D0AA292C-A249-4088-BC46-9E746CD6D3B7}" destId="{50891BCA-D5AB-45BB-8777-975A98628EE3}" srcOrd="0" destOrd="0" presId="urn:microsoft.com/office/officeart/2005/8/layout/vList5"/>
    <dgm:cxn modelId="{B90E556C-3F24-4DFE-8AAC-2E1EEABEC277}" type="presParOf" srcId="{D0AA292C-A249-4088-BC46-9E746CD6D3B7}" destId="{3BB99815-2374-43DC-91A9-CB4FC265E670}"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030AC6-01B7-4288-983D-E015C79B3679}">
      <dsp:nvSpPr>
        <dsp:cNvPr id="0" name=""/>
        <dsp:cNvSpPr/>
      </dsp:nvSpPr>
      <dsp:spPr>
        <a:xfrm>
          <a:off x="7113" y="1115874"/>
          <a:ext cx="3072192" cy="2293327"/>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3B843543-E8E3-4FFE-A4C3-9086AAF6180C}">
      <dsp:nvSpPr>
        <dsp:cNvPr id="0" name=""/>
        <dsp:cNvSpPr/>
      </dsp:nvSpPr>
      <dsp:spPr>
        <a:xfrm>
          <a:off x="7113" y="3409201"/>
          <a:ext cx="3072192" cy="986130"/>
        </a:xfrm>
        <a:prstGeom prst="rect">
          <a:avLst/>
        </a:prstGeom>
        <a:solidFill>
          <a:srgbClr val="C00000"/>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Lý do </a:t>
          </a:r>
          <a:r>
            <a:rPr lang="en-US" sz="2800" kern="1200" dirty="0" err="1">
              <a:latin typeface="Times New Roman" panose="02020603050405020304" pitchFamily="18" charset="0"/>
              <a:cs typeface="Times New Roman" panose="02020603050405020304" pitchFamily="18" charset="0"/>
            </a:rPr>
            <a:t>chọn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đề</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tài</a:t>
          </a:r>
          <a:endParaRPr lang="en-US" sz="2800" kern="1200" dirty="0">
            <a:latin typeface="Times New Roman" panose="02020603050405020304" pitchFamily="18" charset="0"/>
            <a:cs typeface="Times New Roman" panose="02020603050405020304" pitchFamily="18" charset="0"/>
          </a:endParaRPr>
        </a:p>
      </dsp:txBody>
      <dsp:txXfrm>
        <a:off x="7113" y="3409201"/>
        <a:ext cx="2163516" cy="986130"/>
      </dsp:txXfrm>
    </dsp:sp>
    <dsp:sp modelId="{E197657A-D654-45F1-B074-535960AFA50C}">
      <dsp:nvSpPr>
        <dsp:cNvPr id="0" name=""/>
        <dsp:cNvSpPr/>
      </dsp:nvSpPr>
      <dsp:spPr>
        <a:xfrm>
          <a:off x="2257536" y="3565839"/>
          <a:ext cx="1075267" cy="1075267"/>
        </a:xfrm>
        <a:prstGeom prst="ellipse">
          <a:avLst/>
        </a:prstGeom>
        <a:blipFill rotWithShape="1">
          <a:blip xmlns:r="http://schemas.openxmlformats.org/officeDocument/2006/relationships" r:embed="rId1"/>
          <a:srcRect/>
          <a:stretch>
            <a:fillRect/>
          </a:stretch>
        </a:blipFill>
        <a:ln w="19050"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198524E-75DE-49C5-84E5-27F0E7BE88C5}">
      <dsp:nvSpPr>
        <dsp:cNvPr id="0" name=""/>
        <dsp:cNvSpPr/>
      </dsp:nvSpPr>
      <dsp:spPr>
        <a:xfrm>
          <a:off x="3599194" y="1115874"/>
          <a:ext cx="3072192" cy="2293327"/>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2">
              <a:hueOff val="-10081593"/>
              <a:satOff val="4384"/>
              <a:lumOff val="1275"/>
              <a:alphaOff val="0"/>
            </a:schemeClr>
          </a:solidFill>
          <a:prstDash val="solid"/>
        </a:ln>
        <a:effectLst/>
      </dsp:spPr>
      <dsp:style>
        <a:lnRef idx="2">
          <a:scrgbClr r="0" g="0" b="0"/>
        </a:lnRef>
        <a:fillRef idx="1">
          <a:scrgbClr r="0" g="0" b="0"/>
        </a:fillRef>
        <a:effectRef idx="0">
          <a:scrgbClr r="0" g="0" b="0"/>
        </a:effectRef>
        <a:fontRef idx="minor"/>
      </dsp:style>
    </dsp:sp>
    <dsp:sp modelId="{F154765D-0495-4DE5-A6F7-DEDCDCEC2C77}">
      <dsp:nvSpPr>
        <dsp:cNvPr id="0" name=""/>
        <dsp:cNvSpPr/>
      </dsp:nvSpPr>
      <dsp:spPr>
        <a:xfrm>
          <a:off x="3599194" y="3409201"/>
          <a:ext cx="3072192" cy="986130"/>
        </a:xfrm>
        <a:prstGeom prst="rect">
          <a:avLst/>
        </a:prstGeom>
        <a:solidFill>
          <a:schemeClr val="accent4"/>
        </a:solidFill>
        <a:ln w="19050" cap="flat" cmpd="sng" algn="ctr">
          <a:solidFill>
            <a:schemeClr val="accent2">
              <a:hueOff val="-10081593"/>
              <a:satOff val="4384"/>
              <a:lumOff val="1275"/>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Mục</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tiêu</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nghiên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cứu</a:t>
          </a:r>
          <a:endParaRPr lang="en-US" sz="2800" kern="1200" dirty="0">
            <a:latin typeface="Times New Roman" panose="02020603050405020304" pitchFamily="18" charset="0"/>
            <a:cs typeface="Times New Roman" panose="02020603050405020304" pitchFamily="18" charset="0"/>
          </a:endParaRPr>
        </a:p>
      </dsp:txBody>
      <dsp:txXfrm>
        <a:off x="3599194" y="3409201"/>
        <a:ext cx="2163516" cy="986130"/>
      </dsp:txXfrm>
    </dsp:sp>
    <dsp:sp modelId="{B7AAED54-4223-4C9A-B31C-E8AC1501FEFF}">
      <dsp:nvSpPr>
        <dsp:cNvPr id="0" name=""/>
        <dsp:cNvSpPr/>
      </dsp:nvSpPr>
      <dsp:spPr>
        <a:xfrm>
          <a:off x="5849618" y="3565839"/>
          <a:ext cx="1075267" cy="1075267"/>
        </a:xfrm>
        <a:prstGeom prst="ellipse">
          <a:avLst/>
        </a:prstGeom>
        <a:blipFill rotWithShape="1">
          <a:blip xmlns:r="http://schemas.openxmlformats.org/officeDocument/2006/relationships" r:embed="rId2"/>
          <a:srcRect/>
          <a:stretch>
            <a:fillRect/>
          </a:stretch>
        </a:blipFill>
        <a:ln w="19050" cap="flat" cmpd="sng" algn="ctr">
          <a:solidFill>
            <a:schemeClr val="accent2">
              <a:tint val="40000"/>
              <a:alpha val="90000"/>
              <a:hueOff val="-10492126"/>
              <a:satOff val="8301"/>
              <a:lumOff val="588"/>
              <a:alphaOff val="0"/>
            </a:schemeClr>
          </a:solidFill>
          <a:prstDash val="solid"/>
        </a:ln>
        <a:effectLst/>
      </dsp:spPr>
      <dsp:style>
        <a:lnRef idx="2">
          <a:scrgbClr r="0" g="0" b="0"/>
        </a:lnRef>
        <a:fillRef idx="1">
          <a:scrgbClr r="0" g="0" b="0"/>
        </a:fillRef>
        <a:effectRef idx="0">
          <a:scrgbClr r="0" g="0" b="0"/>
        </a:effectRef>
        <a:fontRef idx="minor"/>
      </dsp:style>
    </dsp:sp>
    <dsp:sp modelId="{2116B125-1565-4D20-A43D-54454B5A6880}">
      <dsp:nvSpPr>
        <dsp:cNvPr id="0" name=""/>
        <dsp:cNvSpPr/>
      </dsp:nvSpPr>
      <dsp:spPr>
        <a:xfrm>
          <a:off x="7191276" y="1115874"/>
          <a:ext cx="3072192" cy="2293327"/>
        </a:xfrm>
        <a:prstGeom prst="round2SameRect">
          <a:avLst>
            <a:gd name="adj1" fmla="val 8000"/>
            <a:gd name="adj2" fmla="val 0"/>
          </a:avLst>
        </a:prstGeom>
        <a:solidFill>
          <a:schemeClr val="lt1">
            <a:alpha val="90000"/>
            <a:hueOff val="0"/>
            <a:satOff val="0"/>
            <a:lumOff val="0"/>
            <a:alphaOff val="0"/>
          </a:schemeClr>
        </a:solidFill>
        <a:ln w="19050" cap="flat" cmpd="sng" algn="ctr">
          <a:solidFill>
            <a:schemeClr val="accent2">
              <a:hueOff val="-20163186"/>
              <a:satOff val="8769"/>
              <a:lumOff val="2550"/>
              <a:alphaOff val="0"/>
            </a:schemeClr>
          </a:solidFill>
          <a:prstDash val="solid"/>
        </a:ln>
        <a:effectLst/>
      </dsp:spPr>
      <dsp:style>
        <a:lnRef idx="2">
          <a:scrgbClr r="0" g="0" b="0"/>
        </a:lnRef>
        <a:fillRef idx="1">
          <a:scrgbClr r="0" g="0" b="0"/>
        </a:fillRef>
        <a:effectRef idx="0">
          <a:scrgbClr r="0" g="0" b="0"/>
        </a:effectRef>
        <a:fontRef idx="minor"/>
      </dsp:style>
    </dsp:sp>
    <dsp:sp modelId="{56B5B699-1135-4568-8A0D-810DDF8B5513}">
      <dsp:nvSpPr>
        <dsp:cNvPr id="0" name=""/>
        <dsp:cNvSpPr/>
      </dsp:nvSpPr>
      <dsp:spPr>
        <a:xfrm>
          <a:off x="7191276" y="3409201"/>
          <a:ext cx="3072192" cy="986130"/>
        </a:xfrm>
        <a:prstGeom prst="rect">
          <a:avLst/>
        </a:prstGeom>
        <a:solidFill>
          <a:srgbClr val="00B050"/>
        </a:solidFill>
        <a:ln w="19050" cap="flat" cmpd="sng" algn="ctr">
          <a:solidFill>
            <a:schemeClr val="accent2">
              <a:hueOff val="-20163186"/>
              <a:satOff val="8769"/>
              <a:lumOff val="255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6680" tIns="0" rIns="35560" bIns="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Đối</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tượng</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nghiên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cứu</a:t>
          </a:r>
          <a:endParaRPr lang="en-US" sz="2800" kern="1200" dirty="0">
            <a:latin typeface="Times New Roman" panose="02020603050405020304" pitchFamily="18" charset="0"/>
            <a:cs typeface="Times New Roman" panose="02020603050405020304" pitchFamily="18" charset="0"/>
          </a:endParaRPr>
        </a:p>
      </dsp:txBody>
      <dsp:txXfrm>
        <a:off x="7191276" y="3409201"/>
        <a:ext cx="2163516" cy="986130"/>
      </dsp:txXfrm>
    </dsp:sp>
    <dsp:sp modelId="{5CE2BF6D-AD7D-46BD-AD46-FC0DABED0829}">
      <dsp:nvSpPr>
        <dsp:cNvPr id="0" name=""/>
        <dsp:cNvSpPr/>
      </dsp:nvSpPr>
      <dsp:spPr>
        <a:xfrm>
          <a:off x="9441700" y="3565839"/>
          <a:ext cx="1075267" cy="1075267"/>
        </a:xfrm>
        <a:prstGeom prst="ellipse">
          <a:avLst/>
        </a:prstGeom>
        <a:blipFill rotWithShape="1">
          <a:blip xmlns:r="http://schemas.openxmlformats.org/officeDocument/2006/relationships" r:embed="rId3"/>
          <a:srcRect/>
          <a:stretch>
            <a:fillRect l="-42000" r="-42000"/>
          </a:stretch>
        </a:blipFill>
        <a:ln w="19050" cap="flat" cmpd="sng" algn="ctr">
          <a:solidFill>
            <a:schemeClr val="accent2">
              <a:tint val="40000"/>
              <a:alpha val="90000"/>
              <a:hueOff val="-20984251"/>
              <a:satOff val="16603"/>
              <a:lumOff val="1175"/>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7B0E06-9E57-4200-8B4D-BF1A0CEE1970}">
      <dsp:nvSpPr>
        <dsp:cNvPr id="0" name=""/>
        <dsp:cNvSpPr/>
      </dsp:nvSpPr>
      <dsp:spPr>
        <a:xfrm>
          <a:off x="0" y="422149"/>
          <a:ext cx="9485595" cy="705600"/>
        </a:xfrm>
        <a:prstGeom prst="rect">
          <a:avLst/>
        </a:prstGeom>
        <a:solidFill>
          <a:schemeClr val="lt1">
            <a:alpha val="90000"/>
            <a:hueOff val="0"/>
            <a:satOff val="0"/>
            <a:lumOff val="0"/>
            <a:alphaOff val="0"/>
          </a:schemeClr>
        </a:solidFill>
        <a:ln w="1905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6B8E896-0C00-4194-AA1B-2296B64B24EF}">
      <dsp:nvSpPr>
        <dsp:cNvPr id="0" name=""/>
        <dsp:cNvSpPr/>
      </dsp:nvSpPr>
      <dsp:spPr>
        <a:xfrm>
          <a:off x="474279" y="8869"/>
          <a:ext cx="7982441" cy="82656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973" tIns="0" rIns="250973" bIns="0" numCol="1" spcCol="1270" anchor="ctr" anchorCtr="0">
          <a:noAutofit/>
        </a:bodyPr>
        <a:lstStyle/>
        <a:p>
          <a:pPr marL="0" lvl="0" indent="0" algn="l" defTabSz="1244600">
            <a:lnSpc>
              <a:spcPct val="9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Thiết kế phần mềm ứng dụng quản lý phòng học </a:t>
          </a:r>
          <a:endParaRPr lang="en-US" sz="2800" kern="1200"/>
        </a:p>
      </dsp:txBody>
      <dsp:txXfrm>
        <a:off x="514628" y="49218"/>
        <a:ext cx="7901743" cy="745862"/>
      </dsp:txXfrm>
    </dsp:sp>
    <dsp:sp modelId="{20999BDB-DC1A-4176-AE25-9A04B33DBE86}">
      <dsp:nvSpPr>
        <dsp:cNvPr id="0" name=""/>
        <dsp:cNvSpPr/>
      </dsp:nvSpPr>
      <dsp:spPr>
        <a:xfrm>
          <a:off x="0" y="1692230"/>
          <a:ext cx="9485595" cy="705600"/>
        </a:xfrm>
        <a:prstGeom prst="rect">
          <a:avLst/>
        </a:prstGeom>
        <a:solidFill>
          <a:schemeClr val="lt1">
            <a:alpha val="90000"/>
            <a:hueOff val="0"/>
            <a:satOff val="0"/>
            <a:lumOff val="0"/>
            <a:alphaOff val="0"/>
          </a:schemeClr>
        </a:solidFill>
        <a:ln w="19050"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9816C6D1-1FA8-4776-A073-CEEF99CA7277}">
      <dsp:nvSpPr>
        <dsp:cNvPr id="0" name=""/>
        <dsp:cNvSpPr/>
      </dsp:nvSpPr>
      <dsp:spPr>
        <a:xfrm>
          <a:off x="474279" y="1278949"/>
          <a:ext cx="7972348" cy="826560"/>
        </a:xfrm>
        <a:prstGeom prst="round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973" tIns="0" rIns="250973" bIns="0" numCol="1" spcCol="1270" anchor="ctr" anchorCtr="0">
          <a:noAutofit/>
        </a:bodyPr>
        <a:lstStyle/>
        <a:p>
          <a:pPr marL="0" lvl="0" indent="0" algn="l" defTabSz="1244600">
            <a:lnSpc>
              <a:spcPct val="9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Thiết kế phần cứng tích hợp công nghệ IoT </a:t>
          </a:r>
          <a:endParaRPr lang="en-US" sz="2800" kern="1200"/>
        </a:p>
      </dsp:txBody>
      <dsp:txXfrm>
        <a:off x="514628" y="1319298"/>
        <a:ext cx="7891650" cy="745862"/>
      </dsp:txXfrm>
    </dsp:sp>
    <dsp:sp modelId="{5A80697D-227D-43D4-A3EF-882837A75222}">
      <dsp:nvSpPr>
        <dsp:cNvPr id="0" name=""/>
        <dsp:cNvSpPr/>
      </dsp:nvSpPr>
      <dsp:spPr>
        <a:xfrm>
          <a:off x="0" y="2962310"/>
          <a:ext cx="9485595" cy="705600"/>
        </a:xfrm>
        <a:prstGeom prst="rect">
          <a:avLst/>
        </a:prstGeom>
        <a:solidFill>
          <a:schemeClr val="lt1">
            <a:alpha val="90000"/>
            <a:hueOff val="0"/>
            <a:satOff val="0"/>
            <a:lumOff val="0"/>
            <a:alphaOff val="0"/>
          </a:schemeClr>
        </a:solidFill>
        <a:ln w="1905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612B3E1-95F2-452F-BE02-FD864A7E1E44}">
      <dsp:nvSpPr>
        <dsp:cNvPr id="0" name=""/>
        <dsp:cNvSpPr/>
      </dsp:nvSpPr>
      <dsp:spPr>
        <a:xfrm>
          <a:off x="474279" y="2549030"/>
          <a:ext cx="8024538" cy="826560"/>
        </a:xfrm>
        <a:prstGeom prst="roundRect">
          <a:avLst/>
        </a:prstGeom>
        <a:solidFill>
          <a:schemeClr val="accent4">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50973" tIns="0" rIns="250973" bIns="0" numCol="1" spcCol="1270" anchor="ctr" anchorCtr="0">
          <a:noAutofit/>
        </a:bodyPr>
        <a:lstStyle/>
        <a:p>
          <a:pPr marL="0" lvl="0" indent="0" algn="l" defTabSz="1244600">
            <a:lnSpc>
              <a:spcPct val="90000"/>
            </a:lnSpc>
            <a:spcBef>
              <a:spcPct val="0"/>
            </a:spcBef>
            <a:spcAft>
              <a:spcPct val="35000"/>
            </a:spcAft>
            <a:buNone/>
          </a:pPr>
          <a:r>
            <a:rPr lang="en-US" sz="2800" kern="1200">
              <a:latin typeface="Times New Roman" panose="02020603050405020304" pitchFamily="18" charset="0"/>
              <a:cs typeface="Times New Roman" panose="02020603050405020304" pitchFamily="18" charset="0"/>
            </a:rPr>
            <a:t>Thiết kế web giám sát, quản lý hệ thống</a:t>
          </a:r>
          <a:endParaRPr lang="en-US" sz="2800" kern="1200"/>
        </a:p>
      </dsp:txBody>
      <dsp:txXfrm>
        <a:off x="514628" y="2589379"/>
        <a:ext cx="7943840" cy="745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530627-0D62-4B33-A1EB-F1169C7150BB}">
      <dsp:nvSpPr>
        <dsp:cNvPr id="0" name=""/>
        <dsp:cNvSpPr/>
      </dsp:nvSpPr>
      <dsp:spPr>
        <a:xfrm>
          <a:off x="129930" y="2739827"/>
          <a:ext cx="662974" cy="1894935"/>
        </a:xfrm>
        <a:custGeom>
          <a:avLst/>
          <a:gdLst/>
          <a:ahLst/>
          <a:cxnLst/>
          <a:rect l="0" t="0" r="0" b="0"/>
          <a:pathLst>
            <a:path>
              <a:moveTo>
                <a:pt x="0" y="0"/>
              </a:moveTo>
              <a:lnTo>
                <a:pt x="331487" y="0"/>
              </a:lnTo>
              <a:lnTo>
                <a:pt x="331487" y="1894935"/>
              </a:lnTo>
              <a:lnTo>
                <a:pt x="662974" y="1894935"/>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11228" y="3637106"/>
        <a:ext cx="100378" cy="100378"/>
      </dsp:txXfrm>
    </dsp:sp>
    <dsp:sp modelId="{676F2D54-B244-4DEA-8256-11D5ED10957A}">
      <dsp:nvSpPr>
        <dsp:cNvPr id="0" name=""/>
        <dsp:cNvSpPr/>
      </dsp:nvSpPr>
      <dsp:spPr>
        <a:xfrm>
          <a:off x="129930" y="2739827"/>
          <a:ext cx="662974" cy="631645"/>
        </a:xfrm>
        <a:custGeom>
          <a:avLst/>
          <a:gdLst/>
          <a:ahLst/>
          <a:cxnLst/>
          <a:rect l="0" t="0" r="0" b="0"/>
          <a:pathLst>
            <a:path>
              <a:moveTo>
                <a:pt x="0" y="0"/>
              </a:moveTo>
              <a:lnTo>
                <a:pt x="331487" y="0"/>
              </a:lnTo>
              <a:lnTo>
                <a:pt x="331487" y="631645"/>
              </a:lnTo>
              <a:lnTo>
                <a:pt x="662974" y="631645"/>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525" y="3032757"/>
        <a:ext cx="45785" cy="45785"/>
      </dsp:txXfrm>
    </dsp:sp>
    <dsp:sp modelId="{C1901DE6-A5F6-4968-BA50-B60B132DBB95}">
      <dsp:nvSpPr>
        <dsp:cNvPr id="0" name=""/>
        <dsp:cNvSpPr/>
      </dsp:nvSpPr>
      <dsp:spPr>
        <a:xfrm>
          <a:off x="129930" y="2108182"/>
          <a:ext cx="662974" cy="631645"/>
        </a:xfrm>
        <a:custGeom>
          <a:avLst/>
          <a:gdLst/>
          <a:ahLst/>
          <a:cxnLst/>
          <a:rect l="0" t="0" r="0" b="0"/>
          <a:pathLst>
            <a:path>
              <a:moveTo>
                <a:pt x="0" y="631645"/>
              </a:moveTo>
              <a:lnTo>
                <a:pt x="331487" y="631645"/>
              </a:lnTo>
              <a:lnTo>
                <a:pt x="331487" y="0"/>
              </a:lnTo>
              <a:lnTo>
                <a:pt x="662974" y="0"/>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38525" y="2401112"/>
        <a:ext cx="45785" cy="45785"/>
      </dsp:txXfrm>
    </dsp:sp>
    <dsp:sp modelId="{1D3A6D04-27DA-4A5B-8A90-524E784E68F9}">
      <dsp:nvSpPr>
        <dsp:cNvPr id="0" name=""/>
        <dsp:cNvSpPr/>
      </dsp:nvSpPr>
      <dsp:spPr>
        <a:xfrm>
          <a:off x="129930" y="844891"/>
          <a:ext cx="665593" cy="1894935"/>
        </a:xfrm>
        <a:custGeom>
          <a:avLst/>
          <a:gdLst/>
          <a:ahLst/>
          <a:cxnLst/>
          <a:rect l="0" t="0" r="0" b="0"/>
          <a:pathLst>
            <a:path>
              <a:moveTo>
                <a:pt x="0" y="1894935"/>
              </a:moveTo>
              <a:lnTo>
                <a:pt x="332796" y="1894935"/>
              </a:lnTo>
              <a:lnTo>
                <a:pt x="332796" y="0"/>
              </a:lnTo>
              <a:lnTo>
                <a:pt x="665593" y="0"/>
              </a:lnTo>
            </a:path>
          </a:pathLst>
        </a:custGeom>
        <a:noFill/>
        <a:ln w="19050" cap="flat" cmpd="sng" algn="ctr">
          <a:solidFill>
            <a:schemeClr val="accent3">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412516" y="1742148"/>
        <a:ext cx="100421" cy="100421"/>
      </dsp:txXfrm>
    </dsp:sp>
    <dsp:sp modelId="{4F1717F9-6EF5-4289-9699-0CC788E4B44C}">
      <dsp:nvSpPr>
        <dsp:cNvPr id="0" name=""/>
        <dsp:cNvSpPr/>
      </dsp:nvSpPr>
      <dsp:spPr>
        <a:xfrm rot="5400000" flipV="1">
          <a:off x="-2593283" y="2676172"/>
          <a:ext cx="5319118" cy="127309"/>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080" tIns="5080" rIns="5080" bIns="5080" numCol="1" spcCol="1270" anchor="ctr" anchorCtr="0">
          <a:noAutofit/>
        </a:bodyPr>
        <a:lstStyle/>
        <a:p>
          <a:pPr marL="0" lvl="0" indent="0" algn="ctr" defTabSz="355600">
            <a:lnSpc>
              <a:spcPct val="90000"/>
            </a:lnSpc>
            <a:spcBef>
              <a:spcPct val="0"/>
            </a:spcBef>
            <a:spcAft>
              <a:spcPct val="35000"/>
            </a:spcAft>
            <a:buNone/>
          </a:pPr>
          <a:endParaRPr lang="en-US" sz="800" kern="1200" dirty="0">
            <a:latin typeface="Times New Roman" panose="02020603050405020304" pitchFamily="18" charset="0"/>
            <a:cs typeface="Times New Roman" panose="02020603050405020304" pitchFamily="18" charset="0"/>
          </a:endParaRPr>
        </a:p>
      </dsp:txBody>
      <dsp:txXfrm rot="10800000">
        <a:off x="-2593283" y="2676172"/>
        <a:ext cx="5319118" cy="127309"/>
      </dsp:txXfrm>
    </dsp:sp>
    <dsp:sp modelId="{762E3E27-27ED-4DCC-9BAE-AEBFFE5EB760}">
      <dsp:nvSpPr>
        <dsp:cNvPr id="0" name=""/>
        <dsp:cNvSpPr/>
      </dsp:nvSpPr>
      <dsp:spPr>
        <a:xfrm>
          <a:off x="795523" y="339575"/>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a:latin typeface="Times New Roman" panose="02020603050405020304" pitchFamily="18" charset="0"/>
              <a:cs typeface="Times New Roman" panose="02020603050405020304" pitchFamily="18" charset="0"/>
            </a:rPr>
            <a:t>Ngôn ngữ Java và công cụ Android Studio</a:t>
          </a:r>
          <a:endParaRPr lang="en-US" sz="3300" kern="1200" dirty="0">
            <a:latin typeface="Times New Roman" panose="02020603050405020304" pitchFamily="18" charset="0"/>
            <a:cs typeface="Times New Roman" panose="02020603050405020304" pitchFamily="18" charset="0"/>
          </a:endParaRPr>
        </a:p>
      </dsp:txBody>
      <dsp:txXfrm>
        <a:off x="795523" y="339575"/>
        <a:ext cx="7070826" cy="1010632"/>
      </dsp:txXfrm>
    </dsp:sp>
    <dsp:sp modelId="{5E28485A-1E3A-4BB8-A23A-8A9B716DD005}">
      <dsp:nvSpPr>
        <dsp:cNvPr id="0" name=""/>
        <dsp:cNvSpPr/>
      </dsp:nvSpPr>
      <dsp:spPr>
        <a:xfrm>
          <a:off x="792905" y="1602865"/>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a:latin typeface="Times New Roman" panose="02020603050405020304" pitchFamily="18" charset="0"/>
              <a:cs typeface="Times New Roman" panose="02020603050405020304" pitchFamily="18" charset="0"/>
            </a:rPr>
            <a:t>Ngôn ngữ C và phần mềm Arduino</a:t>
          </a:r>
          <a:endParaRPr lang="en-US" sz="3300" kern="1200" dirty="0">
            <a:latin typeface="Times New Roman" panose="02020603050405020304" pitchFamily="18" charset="0"/>
            <a:cs typeface="Times New Roman" panose="02020603050405020304" pitchFamily="18" charset="0"/>
          </a:endParaRPr>
        </a:p>
      </dsp:txBody>
      <dsp:txXfrm>
        <a:off x="792905" y="1602865"/>
        <a:ext cx="7070826" cy="1010632"/>
      </dsp:txXfrm>
    </dsp:sp>
    <dsp:sp modelId="{FF0F55D6-885A-4E46-BF11-B5E7A7A29D09}">
      <dsp:nvSpPr>
        <dsp:cNvPr id="0" name=""/>
        <dsp:cNvSpPr/>
      </dsp:nvSpPr>
      <dsp:spPr>
        <a:xfrm>
          <a:off x="792905" y="2866156"/>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a:latin typeface="Times New Roman" panose="02020603050405020304" pitchFamily="18" charset="0"/>
              <a:cs typeface="Times New Roman" panose="02020603050405020304" pitchFamily="18" charset="0"/>
            </a:rPr>
            <a:t>Ngôn ngữ Python</a:t>
          </a:r>
          <a:endParaRPr lang="en-US" sz="3300" kern="1200" dirty="0">
            <a:latin typeface="Times New Roman" panose="02020603050405020304" pitchFamily="18" charset="0"/>
            <a:cs typeface="Times New Roman" panose="02020603050405020304" pitchFamily="18" charset="0"/>
          </a:endParaRPr>
        </a:p>
      </dsp:txBody>
      <dsp:txXfrm>
        <a:off x="792905" y="2866156"/>
        <a:ext cx="7070826" cy="1010632"/>
      </dsp:txXfrm>
    </dsp:sp>
    <dsp:sp modelId="{DA0D7DB1-D437-4C06-A7AA-E23FB1BA15EF}">
      <dsp:nvSpPr>
        <dsp:cNvPr id="0" name=""/>
        <dsp:cNvSpPr/>
      </dsp:nvSpPr>
      <dsp:spPr>
        <a:xfrm>
          <a:off x="792905" y="4129447"/>
          <a:ext cx="7070826" cy="1010632"/>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955" tIns="20955" rIns="20955" bIns="20955" numCol="1" spcCol="1270" anchor="ctr" anchorCtr="0">
          <a:noAutofit/>
        </a:bodyPr>
        <a:lstStyle/>
        <a:p>
          <a:pPr marL="0" lvl="0" indent="0" algn="ctr" defTabSz="1466850">
            <a:lnSpc>
              <a:spcPct val="90000"/>
            </a:lnSpc>
            <a:spcBef>
              <a:spcPct val="0"/>
            </a:spcBef>
            <a:spcAft>
              <a:spcPct val="35000"/>
            </a:spcAft>
            <a:buNone/>
          </a:pPr>
          <a:r>
            <a:rPr lang="en-US" sz="3300" kern="1200">
              <a:latin typeface="Times New Roman" panose="02020603050405020304" pitchFamily="18" charset="0"/>
              <a:cs typeface="Times New Roman" panose="02020603050405020304" pitchFamily="18" charset="0"/>
            </a:rPr>
            <a:t>Quản lý và lưu trữ dữ liệu Firebase</a:t>
          </a:r>
          <a:endParaRPr lang="en-US" sz="3300" kern="1200" dirty="0">
            <a:latin typeface="Times New Roman" panose="02020603050405020304" pitchFamily="18" charset="0"/>
            <a:cs typeface="Times New Roman" panose="02020603050405020304" pitchFamily="18" charset="0"/>
          </a:endParaRPr>
        </a:p>
      </dsp:txBody>
      <dsp:txXfrm>
        <a:off x="792905" y="4129447"/>
        <a:ext cx="7070826" cy="101063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CAFE67-09EC-4503-9FEA-1E3BD5DF0DB3}">
      <dsp:nvSpPr>
        <dsp:cNvPr id="0" name=""/>
        <dsp:cNvSpPr/>
      </dsp:nvSpPr>
      <dsp:spPr>
        <a:xfrm rot="5400000">
          <a:off x="7265702" y="-3423968"/>
          <a:ext cx="957638" cy="7810070"/>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vi-VN" sz="1600" b="1" i="0" kern="1200">
              <a:latin typeface="Times New Roman" panose="02020603050405020304" pitchFamily="18" charset="0"/>
              <a:cs typeface="Times New Roman" panose="02020603050405020304" pitchFamily="18" charset="0"/>
            </a:rPr>
            <a:t>Lịch học</a:t>
          </a:r>
          <a:r>
            <a:rPr lang="vi-VN" sz="1600" b="0" i="0" kern="1200">
              <a:latin typeface="Times New Roman" panose="02020603050405020304" pitchFamily="18" charset="0"/>
              <a:cs typeface="Times New Roman" panose="02020603050405020304" pitchFamily="18" charset="0"/>
            </a:rPr>
            <a:t>: Hiển thị lịch học, giờ học, tên lớp, giảng viên, và phòng học tương ứng.</a:t>
          </a:r>
          <a:endParaRPr lang="en-US" sz="1600" kern="120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Arial" panose="020B0604020202020204" pitchFamily="34" charset="0"/>
            <a:buChar char="•"/>
          </a:pPr>
          <a:r>
            <a:rPr lang="en-US" sz="1600" b="1" i="0" kern="1200">
              <a:latin typeface="Times New Roman" panose="02020603050405020304" pitchFamily="18" charset="0"/>
              <a:cs typeface="Times New Roman" panose="02020603050405020304" pitchFamily="18" charset="0"/>
            </a:rPr>
            <a:t>Đặt phòng</a:t>
          </a:r>
          <a:r>
            <a:rPr lang="en-US" sz="1600" b="0" i="0" kern="1200">
              <a:latin typeface="Times New Roman" panose="02020603050405020304" pitchFamily="18" charset="0"/>
              <a:cs typeface="Times New Roman" panose="02020603050405020304" pitchFamily="18" charset="0"/>
            </a:rPr>
            <a:t>: Cho phép giảng viên hoặc sinh viên đặt phòng học cho các buổi họ.</a:t>
          </a:r>
        </a:p>
        <a:p>
          <a:pPr marL="171450" lvl="1" indent="-171450" algn="l" defTabSz="711200">
            <a:lnSpc>
              <a:spcPct val="90000"/>
            </a:lnSpc>
            <a:spcBef>
              <a:spcPct val="0"/>
            </a:spcBef>
            <a:spcAft>
              <a:spcPct val="15000"/>
            </a:spcAft>
            <a:buFont typeface="Arial" panose="020B0604020202020204" pitchFamily="34" charset="0"/>
            <a:buChar char="•"/>
          </a:pPr>
          <a:r>
            <a:rPr lang="en-US" sz="1600" b="1" i="0" kern="1200">
              <a:latin typeface="Times New Roman" panose="02020603050405020304" pitchFamily="18" charset="0"/>
              <a:cs typeface="Times New Roman" panose="02020603050405020304" pitchFamily="18" charset="0"/>
            </a:rPr>
            <a:t>Xác nhận và Thông báo</a:t>
          </a:r>
          <a:r>
            <a:rPr lang="en-US" sz="1600" b="0" i="0" kern="1200">
              <a:latin typeface="Times New Roman" panose="02020603050405020304" pitchFamily="18" charset="0"/>
              <a:cs typeface="Times New Roman" panose="02020603050405020304" pitchFamily="18" charset="0"/>
            </a:rPr>
            <a:t>: Gửi thông báo xác nhận đặt phòng.</a:t>
          </a:r>
        </a:p>
      </dsp:txBody>
      <dsp:txXfrm rot="-5400000">
        <a:off x="3839486" y="48996"/>
        <a:ext cx="7763322" cy="864142"/>
      </dsp:txXfrm>
    </dsp:sp>
    <dsp:sp modelId="{370F1BBE-DAFD-4106-84AF-64B4D43EE5BD}">
      <dsp:nvSpPr>
        <dsp:cNvPr id="0" name=""/>
        <dsp:cNvSpPr/>
      </dsp:nvSpPr>
      <dsp:spPr>
        <a:xfrm>
          <a:off x="554761" y="10695"/>
          <a:ext cx="3284725"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i="0" kern="1200"/>
            <a:t>1</a:t>
          </a:r>
          <a:r>
            <a:rPr lang="en-US" sz="2400" b="1" i="0" kern="1200"/>
            <a:t>. Quản lý lịch học và đặt phòng</a:t>
          </a:r>
          <a:endParaRPr lang="en-US" sz="2600" kern="1200"/>
        </a:p>
      </dsp:txBody>
      <dsp:txXfrm>
        <a:off x="600684" y="56618"/>
        <a:ext cx="3192879" cy="848896"/>
      </dsp:txXfrm>
    </dsp:sp>
    <dsp:sp modelId="{DBC9B97B-8A8F-4E95-9C21-4AFDEA7EA70F}">
      <dsp:nvSpPr>
        <dsp:cNvPr id="0" name=""/>
        <dsp:cNvSpPr/>
      </dsp:nvSpPr>
      <dsp:spPr>
        <a:xfrm rot="5400000">
          <a:off x="7356168" y="-2431558"/>
          <a:ext cx="752594" cy="781770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en-US" sz="1600" b="1" i="0" kern="1200">
              <a:latin typeface="Times New Roman" panose="02020603050405020304" pitchFamily="18" charset="0"/>
              <a:cs typeface="Times New Roman" panose="02020603050405020304" pitchFamily="18" charset="0"/>
            </a:rPr>
            <a:t>Theo dõi Tình trạng Thiết bị</a:t>
          </a:r>
          <a:r>
            <a:rPr lang="en-US" sz="1600" b="0" i="0" kern="1200">
              <a:latin typeface="Times New Roman" panose="02020603050405020304" pitchFamily="18" charset="0"/>
              <a:cs typeface="Times New Roman" panose="02020603050405020304" pitchFamily="18" charset="0"/>
            </a:rPr>
            <a:t>: Hiển thị tình trạng hoạt động của thiết bị trong phòng học (bật/tắt, hoạt động/hỏng hóc).</a:t>
          </a:r>
          <a:endParaRPr lang="en-US" sz="1600" kern="1200">
            <a:latin typeface="Times New Roman" panose="02020603050405020304" pitchFamily="18" charset="0"/>
            <a:cs typeface="Times New Roman" panose="02020603050405020304" pitchFamily="18" charset="0"/>
          </a:endParaRPr>
        </a:p>
      </dsp:txBody>
      <dsp:txXfrm rot="-5400000">
        <a:off x="3823614" y="1137735"/>
        <a:ext cx="7780965" cy="679116"/>
      </dsp:txXfrm>
    </dsp:sp>
    <dsp:sp modelId="{7710B54A-ED12-4952-84F3-CBD7B9C933FF}">
      <dsp:nvSpPr>
        <dsp:cNvPr id="0" name=""/>
        <dsp:cNvSpPr/>
      </dsp:nvSpPr>
      <dsp:spPr>
        <a:xfrm>
          <a:off x="554761" y="1006922"/>
          <a:ext cx="3268851"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i="0" kern="1200"/>
            <a:t>2. Quản lý thiết bị và tài nguyên</a:t>
          </a:r>
          <a:endParaRPr lang="en-US" sz="2400" kern="1200"/>
        </a:p>
      </dsp:txBody>
      <dsp:txXfrm>
        <a:off x="600684" y="1052845"/>
        <a:ext cx="3177005" cy="848896"/>
      </dsp:txXfrm>
    </dsp:sp>
    <dsp:sp modelId="{5861F45D-720F-4FEC-95C9-1922869FDA20}">
      <dsp:nvSpPr>
        <dsp:cNvPr id="0" name=""/>
        <dsp:cNvSpPr/>
      </dsp:nvSpPr>
      <dsp:spPr>
        <a:xfrm rot="5400000">
          <a:off x="7341788" y="-1443778"/>
          <a:ext cx="752594" cy="781770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55650">
            <a:lnSpc>
              <a:spcPct val="90000"/>
            </a:lnSpc>
            <a:spcBef>
              <a:spcPct val="0"/>
            </a:spcBef>
            <a:spcAft>
              <a:spcPct val="15000"/>
            </a:spcAft>
            <a:buChar char="•"/>
          </a:pPr>
          <a:r>
            <a:rPr lang="en-US" sz="1700" kern="1200">
              <a:latin typeface="Tw Cen MT (Body)"/>
            </a:rPr>
            <a:t>Điều khiển các thiết bị trong phòng học thông qua app hệ thống kết nối Wifi</a:t>
          </a:r>
        </a:p>
      </dsp:txBody>
      <dsp:txXfrm rot="-5400000">
        <a:off x="3809234" y="2125515"/>
        <a:ext cx="7780965" cy="679116"/>
      </dsp:txXfrm>
    </dsp:sp>
    <dsp:sp modelId="{C15B8945-5A5B-4791-AAE0-72E89C72A16A}">
      <dsp:nvSpPr>
        <dsp:cNvPr id="0" name=""/>
        <dsp:cNvSpPr/>
      </dsp:nvSpPr>
      <dsp:spPr>
        <a:xfrm>
          <a:off x="554761" y="1994702"/>
          <a:ext cx="3254471"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i="0" kern="1200"/>
            <a:t>3. Điều khiển thiết bị từ xa</a:t>
          </a:r>
          <a:endParaRPr lang="en-US" sz="2400" kern="1200"/>
        </a:p>
      </dsp:txBody>
      <dsp:txXfrm>
        <a:off x="600684" y="2040625"/>
        <a:ext cx="3162625" cy="848896"/>
      </dsp:txXfrm>
    </dsp:sp>
    <dsp:sp modelId="{154C68A9-EB88-4F8D-9CC2-A0655529C9F5}">
      <dsp:nvSpPr>
        <dsp:cNvPr id="0" name=""/>
        <dsp:cNvSpPr/>
      </dsp:nvSpPr>
      <dsp:spPr>
        <a:xfrm rot="5400000">
          <a:off x="7238752" y="-451357"/>
          <a:ext cx="942390" cy="7810070"/>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711200">
            <a:lnSpc>
              <a:spcPct val="90000"/>
            </a:lnSpc>
            <a:spcBef>
              <a:spcPct val="0"/>
            </a:spcBef>
            <a:spcAft>
              <a:spcPct val="15000"/>
            </a:spcAft>
            <a:buFont typeface="Arial" panose="020B0604020202020204" pitchFamily="34" charset="0"/>
            <a:buChar char="•"/>
          </a:pPr>
          <a:r>
            <a:rPr lang="vi-VN" sz="1600" b="1" i="0" kern="1200">
              <a:latin typeface="Times New Roman" panose="02020603050405020304" pitchFamily="18" charset="0"/>
              <a:cs typeface="Times New Roman" panose="02020603050405020304" pitchFamily="18" charset="0"/>
            </a:rPr>
            <a:t>Xác thực và </a:t>
          </a:r>
          <a:r>
            <a:rPr lang="en-US" sz="1600" b="1" i="0" kern="1200">
              <a:latin typeface="Times New Roman" panose="02020603050405020304" pitchFamily="18" charset="0"/>
              <a:cs typeface="Times New Roman" panose="02020603050405020304" pitchFamily="18" charset="0"/>
            </a:rPr>
            <a:t>ph</a:t>
          </a:r>
          <a:r>
            <a:rPr lang="vi-VN" sz="1600" b="1" i="0" kern="1200">
              <a:latin typeface="Times New Roman" panose="02020603050405020304" pitchFamily="18" charset="0"/>
              <a:cs typeface="Times New Roman" panose="02020603050405020304" pitchFamily="18" charset="0"/>
            </a:rPr>
            <a:t>ân quyền</a:t>
          </a:r>
          <a:r>
            <a:rPr lang="vi-VN" sz="1600" b="0" i="0" kern="1200">
              <a:latin typeface="Times New Roman" panose="02020603050405020304" pitchFamily="18" charset="0"/>
              <a:cs typeface="Times New Roman" panose="02020603050405020304" pitchFamily="18" charset="0"/>
            </a:rPr>
            <a:t>: Hỗ trợ đăng nhập và xác thực người dùng (giảng viên, sinh viên, quản trị viên)</a:t>
          </a:r>
          <a:endParaRPr lang="en-US" sz="1600" kern="1200">
            <a:latin typeface="Times New Roman" panose="02020603050405020304" pitchFamily="18" charset="0"/>
            <a:cs typeface="Times New Roman" panose="02020603050405020304" pitchFamily="18" charset="0"/>
          </a:endParaRPr>
        </a:p>
        <a:p>
          <a:pPr marL="171450" lvl="1" indent="-171450" algn="l" defTabSz="711200">
            <a:lnSpc>
              <a:spcPct val="90000"/>
            </a:lnSpc>
            <a:spcBef>
              <a:spcPct val="0"/>
            </a:spcBef>
            <a:spcAft>
              <a:spcPct val="15000"/>
            </a:spcAft>
            <a:buFont typeface="Arial" panose="020B0604020202020204" pitchFamily="34" charset="0"/>
            <a:buChar char="•"/>
          </a:pPr>
          <a:r>
            <a:rPr lang="vi-VN" sz="1600" b="1" i="0" kern="1200">
              <a:latin typeface="Times New Roman" panose="02020603050405020304" pitchFamily="18" charset="0"/>
              <a:cs typeface="Times New Roman" panose="02020603050405020304" pitchFamily="18" charset="0"/>
            </a:rPr>
            <a:t>Hồ sơ Người dùng</a:t>
          </a:r>
          <a:r>
            <a:rPr lang="vi-VN" sz="1600" b="0" i="0" kern="1200">
              <a:latin typeface="Times New Roman" panose="02020603050405020304" pitchFamily="18" charset="0"/>
              <a:cs typeface="Times New Roman" panose="02020603050405020304" pitchFamily="18" charset="0"/>
            </a:rPr>
            <a:t>: Quản lý thông tin cá nhân, lịch sử đặt phòng, và quyền truy cập của người dùng.</a:t>
          </a:r>
          <a:endParaRPr lang="en-US" sz="1600" kern="1200">
            <a:latin typeface="Times New Roman" panose="02020603050405020304" pitchFamily="18" charset="0"/>
            <a:cs typeface="Times New Roman" panose="02020603050405020304" pitchFamily="18" charset="0"/>
          </a:endParaRPr>
        </a:p>
      </dsp:txBody>
      <dsp:txXfrm rot="-5400000">
        <a:off x="3804912" y="3028487"/>
        <a:ext cx="7764066" cy="850382"/>
      </dsp:txXfrm>
    </dsp:sp>
    <dsp:sp modelId="{5DC9F350-868B-44BD-8E1D-55CB37D5EF03}">
      <dsp:nvSpPr>
        <dsp:cNvPr id="0" name=""/>
        <dsp:cNvSpPr/>
      </dsp:nvSpPr>
      <dsp:spPr>
        <a:xfrm>
          <a:off x="554761" y="2983306"/>
          <a:ext cx="3250151"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ctr" defTabSz="1066800">
            <a:lnSpc>
              <a:spcPct val="90000"/>
            </a:lnSpc>
            <a:spcBef>
              <a:spcPct val="0"/>
            </a:spcBef>
            <a:spcAft>
              <a:spcPct val="35000"/>
            </a:spcAft>
            <a:buNone/>
          </a:pPr>
          <a:r>
            <a:rPr lang="en-US" sz="2400" b="1" i="0" kern="1200">
              <a:latin typeface="Tw Cen MT (Body)"/>
            </a:rPr>
            <a:t>4</a:t>
          </a:r>
          <a:r>
            <a:rPr lang="vi-VN" sz="2400" b="1" i="0" kern="1200">
              <a:latin typeface="Tw Cen MT (Body)"/>
            </a:rPr>
            <a:t>. Quản lý </a:t>
          </a:r>
          <a:r>
            <a:rPr lang="en-US" sz="2400" b="1" i="0" kern="1200">
              <a:latin typeface="Tw Cen MT (Body)"/>
            </a:rPr>
            <a:t>n</a:t>
          </a:r>
          <a:r>
            <a:rPr lang="vi-VN" sz="2400" b="1" i="0" kern="1200">
              <a:latin typeface="Tw Cen MT (Body)"/>
            </a:rPr>
            <a:t>gười dùng</a:t>
          </a:r>
          <a:endParaRPr lang="en-US" sz="2400" kern="1200">
            <a:latin typeface="Tw Cen MT (Body)"/>
          </a:endParaRPr>
        </a:p>
      </dsp:txBody>
      <dsp:txXfrm>
        <a:off x="600684" y="3029229"/>
        <a:ext cx="3158305" cy="848896"/>
      </dsp:txXfrm>
    </dsp:sp>
    <dsp:sp modelId="{3BB99815-2374-43DC-91A9-CB4FC265E670}">
      <dsp:nvSpPr>
        <dsp:cNvPr id="0" name=""/>
        <dsp:cNvSpPr/>
      </dsp:nvSpPr>
      <dsp:spPr>
        <a:xfrm rot="5400000">
          <a:off x="7375253" y="533428"/>
          <a:ext cx="752594" cy="7817704"/>
        </a:xfrm>
        <a:prstGeom prst="round2SameRect">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71450" lvl="1" indent="-171450" algn="l" defTabSz="800100">
            <a:lnSpc>
              <a:spcPct val="90000"/>
            </a:lnSpc>
            <a:spcBef>
              <a:spcPct val="0"/>
            </a:spcBef>
            <a:spcAft>
              <a:spcPct val="15000"/>
            </a:spcAft>
            <a:buChar char="•"/>
          </a:pPr>
          <a:r>
            <a:rPr lang="en-US" sz="1800" b="0" i="0" kern="1200">
              <a:latin typeface="Times New Roman" panose="02020603050405020304" pitchFamily="18" charset="0"/>
              <a:cs typeface="Times New Roman" panose="02020603050405020304" pitchFamily="18" charset="0"/>
            </a:rPr>
            <a:t>Tích hợp thiết bị IoT để thu thập và quản lý dữ liệu thời gian thực.</a:t>
          </a:r>
          <a:endParaRPr lang="en-US" sz="1800" kern="1200">
            <a:latin typeface="Times New Roman" panose="02020603050405020304" pitchFamily="18" charset="0"/>
            <a:cs typeface="Times New Roman" panose="02020603050405020304" pitchFamily="18" charset="0"/>
          </a:endParaRPr>
        </a:p>
      </dsp:txBody>
      <dsp:txXfrm rot="-5400000">
        <a:off x="3842699" y="4102722"/>
        <a:ext cx="7780965" cy="679116"/>
      </dsp:txXfrm>
    </dsp:sp>
    <dsp:sp modelId="{50891BCA-D5AB-45BB-8777-975A98628EE3}">
      <dsp:nvSpPr>
        <dsp:cNvPr id="0" name=""/>
        <dsp:cNvSpPr/>
      </dsp:nvSpPr>
      <dsp:spPr>
        <a:xfrm>
          <a:off x="554761" y="3971910"/>
          <a:ext cx="3287936" cy="940742"/>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45720" rIns="91440" bIns="45720" numCol="1" spcCol="1270" anchor="ctr" anchorCtr="0">
          <a:noAutofit/>
        </a:bodyPr>
        <a:lstStyle/>
        <a:p>
          <a:pPr marL="0" lvl="0" indent="0" algn="l" defTabSz="1066800">
            <a:lnSpc>
              <a:spcPct val="90000"/>
            </a:lnSpc>
            <a:spcBef>
              <a:spcPct val="0"/>
            </a:spcBef>
            <a:spcAft>
              <a:spcPct val="35000"/>
            </a:spcAft>
            <a:buNone/>
          </a:pPr>
          <a:r>
            <a:rPr lang="en-US" sz="2400" b="1" i="0" kern="1200"/>
            <a:t>5. Tích hợp IoT</a:t>
          </a:r>
          <a:endParaRPr lang="en-US" sz="2400" kern="1200"/>
        </a:p>
      </dsp:txBody>
      <dsp:txXfrm>
        <a:off x="600684" y="4017833"/>
        <a:ext cx="3196090" cy="848896"/>
      </dsp:txXfrm>
    </dsp:sp>
  </dsp:spTree>
</dsp:drawing>
</file>

<file path=ppt/diagrams/layout1.xml><?xml version="1.0" encoding="utf-8"?>
<dgm:layoutDef xmlns:dgm="http://schemas.openxmlformats.org/drawingml/2006/diagram" xmlns:a="http://schemas.openxmlformats.org/drawingml/2006/main" uniqueId="urn:microsoft.com/office/officeart/2005/8/layout/bList2">
  <dgm:title val=""/>
  <dgm:desc val=""/>
  <dgm:catLst>
    <dgm:cat type="list" pri="7000"/>
    <dgm:cat type="convert" pri="16000"/>
    <dgm:cat type="picture" pri="28000"/>
    <dgm:cat type="pictureconvert" pri="28000"/>
  </dgm:catLst>
  <dgm:sampData useDef="1">
    <dgm:dataModel>
      <dgm:pt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dir/>
      <dgm:animLvl val="lvl"/>
      <dgm:resizeHandles val="exact"/>
    </dgm:varLst>
    <dgm:choose name="Name0">
      <dgm:if name="Name1" axis="self"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compNode" refType="w"/>
      <dgm:constr type="w" for="ch" ptType="sibTrans" refType="w" refFor="ch" refForName="compNode" op="equ" fact="0.08"/>
      <dgm:constr type="sp" refType="w" refFor="ch" refForName="compNode" op="equ" fact="0.16"/>
      <dgm:constr type="primFontSz" for="des" forName="parentText" op="equ" val="65"/>
      <dgm:constr type="primFontSz" for="des" forName="childRect" op="equ" val="65"/>
    </dgm:constrLst>
    <dgm:ruleLst/>
    <dgm:forEach name="nodesForEach" axis="ch" ptType="node">
      <dgm:layoutNode name="compNode">
        <dgm:alg type="composite">
          <dgm:param type="ar" val="0.943"/>
        </dgm:alg>
        <dgm:shape xmlns:r="http://schemas.openxmlformats.org/officeDocument/2006/relationships" r:blip="">
          <dgm:adjLst/>
        </dgm:shape>
        <dgm:presOf/>
        <dgm:choose name="Name3">
          <dgm:if name="Name4" axis="self" func="var" arg="dir" op="equ" val="norm">
            <dgm:constrLst>
              <dgm:constr type="w" val="1"/>
              <dgm:constr type="h" refType="w" fact="1.06"/>
              <dgm:constr type="h" for="ch" forName="childRect" refType="h" fact="0.65"/>
              <dgm:constr type="w" for="ch" forName="childRect" refType="w" fact="0.923"/>
              <dgm:constr type="l" for="ch" forName="childRect"/>
              <dgm:constr type="t" for="ch" forName="childRect"/>
              <dgm:constr type="w" for="ch" forName="parentText" refType="w" fact="0.65"/>
              <dgm:constr type="h" for="ch" forName="parentText" refType="h" refFor="ch" refForName="childRect" fact="0.43"/>
              <dgm:constr type="l" for="ch" forName="parentText"/>
              <dgm:constr type="t" for="ch" forName="parentText" refType="h" refFor="ch" refForName="childRect"/>
              <dgm:constr type="w" for="ch" forName="parentRect" refType="w" fact="0.923"/>
              <dgm:constr type="h" for="ch" forName="parentRect" refType="h" refFor="ch" refForName="parentText"/>
              <dgm:constr type="l" for="ch" forName="parentRect"/>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r" for="ch" forName="adorn" refType="w"/>
            </dgm:constrLst>
          </dgm:if>
          <dgm:else name="Name5">
            <dgm:constrLst>
              <dgm:constr type="w" val="1"/>
              <dgm:constr type="h" refType="w" fact="1.06"/>
              <dgm:constr type="h" for="ch" forName="childRect" refType="h" fact="0.65"/>
              <dgm:constr type="w" for="ch" forName="childRect" refType="w" fact="0.923"/>
              <dgm:constr type="r" for="ch" forName="childRect" refType="w"/>
              <dgm:constr type="t" for="ch" forName="childRect"/>
              <dgm:constr type="w" for="ch" forName="parentText" refType="w" fact="0.65"/>
              <dgm:constr type="h" for="ch" forName="parentText" refType="h" refFor="ch" refForName="childRect" fact="0.43"/>
              <dgm:constr type="r" for="ch" forName="parentText" refType="w"/>
              <dgm:constr type="t" for="ch" forName="parentText" refType="h" refFor="ch" refForName="childRect"/>
              <dgm:constr type="w" for="ch" forName="parentRect" refType="w" fact="0.923"/>
              <dgm:constr type="h" for="ch" forName="parentRect" refType="h" refFor="ch" refForName="parentText"/>
              <dgm:constr type="r" for="ch" forName="parentRect" refType="w"/>
              <dgm:constr type="t" for="ch" forName="parentRect" refType="t" refFor="ch" refForName="parentText"/>
              <dgm:constr type="w" for="ch" forName="adorn" refType="w" refFor="ch" refForName="parentRect" fact="0.35"/>
              <dgm:constr type="h" for="ch" forName="adorn" refType="w" refFor="ch" refForName="parentRect" fact="0.35"/>
              <dgm:constr type="b" for="ch" forName="adorn" refType="h"/>
              <dgm:constr type="l" for="ch" forName="adorn"/>
            </dgm:constrLst>
          </dgm:else>
        </dgm:choose>
        <dgm:ruleLst/>
        <dgm:layoutNode name="childRect" styleLbl="bgAcc1">
          <dgm:varLst>
            <dgm:bulletEnabled val="1"/>
          </dgm:varLst>
          <dgm:alg type="tx">
            <dgm:param type="stBulletLvl" val="1"/>
          </dgm:alg>
          <dgm:shape xmlns:r="http://schemas.openxmlformats.org/officeDocument/2006/relationships" type="round2SameRect" r:blip="">
            <dgm:adjLst>
              <dgm:adj idx="1" val="0.08"/>
            </dgm:adjLst>
          </dgm:shape>
          <dgm:presOf axis="des" ptType="node"/>
          <dgm:constrLst>
            <dgm:constr type="secFontSz" refType="primFontSz"/>
            <dgm:constr type="tMarg" refType="primFontSz" fact="0.3"/>
            <dgm:constr type="bMarg" refType="primFontSz" fact="0.1"/>
            <dgm:constr type="lMarg" refType="primFontSz" fact="0.1"/>
            <dgm:constr type="rMarg" refType="primFontSz" fact="0.1"/>
          </dgm:constrLst>
          <dgm:ruleLst>
            <dgm:rule type="primFontSz" val="5" fact="NaN" max="NaN"/>
          </dgm:ruleLst>
        </dgm:layoutNode>
        <dgm:layoutNode name="parentText">
          <dgm:varLst>
            <dgm:chMax val="0"/>
            <dgm:bulletEnabled val="1"/>
          </dgm:varLst>
          <dgm:choose name="Name6">
            <dgm:if name="Name7" func="var" arg="dir" op="equ" val="norm">
              <dgm:alg type="tx">
                <dgm:param type="parTxLTRAlign" val="l"/>
                <dgm:param type="parTxRTLAlign" val="l"/>
              </dgm:alg>
            </dgm:if>
            <dgm:else name="Name8">
              <dgm:alg type="tx">
                <dgm:param type="parTxLTRAlign" val="r"/>
                <dgm:param type="parTxRTLAlign" val="r"/>
              </dgm:alg>
            </dgm:else>
          </dgm:choose>
          <dgm:shape xmlns:r="http://schemas.openxmlformats.org/officeDocument/2006/relationships" type="rect" r:blip="" zOrderOff="1" hideGeom="1">
            <dgm:adjLst/>
          </dgm:shape>
          <dgm:presOf axis="self" ptType="node"/>
          <dgm:constrLst>
            <dgm:constr type="tMarg"/>
            <dgm:constr type="bMarg"/>
            <dgm:constr type="lMarg" refType="primFontSz" fact="0.3"/>
            <dgm:constr type="rMarg" refType="primFontSz" fact="0.1"/>
          </dgm:constrLst>
          <dgm:ruleLst>
            <dgm:rule type="primFontSz" val="5" fact="NaN" max="NaN"/>
          </dgm:ruleLst>
        </dgm:layoutNode>
        <dgm:layoutNode name="parentRect" styleLbl="alignNode1">
          <dgm:alg type="sp"/>
          <dgm:shape xmlns:r="http://schemas.openxmlformats.org/officeDocument/2006/relationships" type="rect" r:blip="">
            <dgm:adjLst/>
          </dgm:shape>
          <dgm:presOf axis="self" ptType="node"/>
          <dgm:constrLst/>
          <dgm:ruleLst/>
        </dgm:layoutNode>
        <dgm:layoutNode name="adorn" styleLbl="fgAccFollowNode1">
          <dgm:alg type="sp"/>
          <dgm:shape xmlns:r="http://schemas.openxmlformats.org/officeDocument/2006/relationships" type="ellipse" r:blip="" blipPhldr="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constr type="w" val="1"/>
            <dgm:constr type="h" refType="w"/>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3F72F2-A05B-4EE6-8BF0-A057895E0ED6}" type="datetimeFigureOut">
              <a:rPr lang="en-US" smtClean="0"/>
              <a:t>5/27/2024</a:t>
            </a:fld>
            <a:endParaRPr lang="en-US"/>
          </a:p>
        </p:txBody>
      </p:sp>
      <p:sp>
        <p:nvSpPr>
          <p:cNvPr id="4" name="Slide Image Placeholder 3"/>
          <p:cNvSpPr>
            <a:spLocks noGrp="1" noRot="1" noChangeAspect="1"/>
          </p:cNvSpPr>
          <p:nvPr>
            <p:ph type="sldImg" idx="2"/>
          </p:nvPr>
        </p:nvSpPr>
        <p:spPr>
          <a:xfrm>
            <a:off x="1028700" y="1143000"/>
            <a:ext cx="48006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113E49-C8DC-420F-898B-6A60BB202E68}" type="slidenum">
              <a:rPr lang="en-US" smtClean="0"/>
              <a:t>‹#›</a:t>
            </a:fld>
            <a:endParaRPr lang="en-US"/>
          </a:p>
        </p:txBody>
      </p:sp>
    </p:spTree>
    <p:extLst>
      <p:ext uri="{BB962C8B-B14F-4D97-AF65-F5344CB8AC3E}">
        <p14:creationId xmlns:p14="http://schemas.microsoft.com/office/powerpoint/2010/main" val="4189428143"/>
      </p:ext>
    </p:extLst>
  </p:cSld>
  <p:clrMap bg1="lt1" tx1="dk1" bg2="lt2" tx2="dk2" accent1="accent1" accent2="accent2" accent3="accent3" accent4="accent4" accent5="accent5" accent6="accent6" hlink="hlink" folHlink="folHlink"/>
  <p:notesStyle>
    <a:lvl1pPr marL="0" algn="l" defTabSz="1009498" rtl="0" eaLnBrk="1" latinLnBrk="0" hangingPunct="1">
      <a:defRPr sz="1300" kern="1200">
        <a:solidFill>
          <a:schemeClr val="tx1"/>
        </a:solidFill>
        <a:latin typeface="+mn-lt"/>
        <a:ea typeface="+mn-ea"/>
        <a:cs typeface="+mn-cs"/>
      </a:defRPr>
    </a:lvl1pPr>
    <a:lvl2pPr marL="504749" algn="l" defTabSz="1009498" rtl="0" eaLnBrk="1" latinLnBrk="0" hangingPunct="1">
      <a:defRPr sz="1300" kern="1200">
        <a:solidFill>
          <a:schemeClr val="tx1"/>
        </a:solidFill>
        <a:latin typeface="+mn-lt"/>
        <a:ea typeface="+mn-ea"/>
        <a:cs typeface="+mn-cs"/>
      </a:defRPr>
    </a:lvl2pPr>
    <a:lvl3pPr marL="1009498" algn="l" defTabSz="1009498" rtl="0" eaLnBrk="1" latinLnBrk="0" hangingPunct="1">
      <a:defRPr sz="1300" kern="1200">
        <a:solidFill>
          <a:schemeClr val="tx1"/>
        </a:solidFill>
        <a:latin typeface="+mn-lt"/>
        <a:ea typeface="+mn-ea"/>
        <a:cs typeface="+mn-cs"/>
      </a:defRPr>
    </a:lvl3pPr>
    <a:lvl4pPr marL="1514246" algn="l" defTabSz="1009498" rtl="0" eaLnBrk="1" latinLnBrk="0" hangingPunct="1">
      <a:defRPr sz="1300" kern="1200">
        <a:solidFill>
          <a:schemeClr val="tx1"/>
        </a:solidFill>
        <a:latin typeface="+mn-lt"/>
        <a:ea typeface="+mn-ea"/>
        <a:cs typeface="+mn-cs"/>
      </a:defRPr>
    </a:lvl4pPr>
    <a:lvl5pPr marL="2018995" algn="l" defTabSz="1009498" rtl="0" eaLnBrk="1" latinLnBrk="0" hangingPunct="1">
      <a:defRPr sz="1300" kern="1200">
        <a:solidFill>
          <a:schemeClr val="tx1"/>
        </a:solidFill>
        <a:latin typeface="+mn-lt"/>
        <a:ea typeface="+mn-ea"/>
        <a:cs typeface="+mn-cs"/>
      </a:defRPr>
    </a:lvl5pPr>
    <a:lvl6pPr marL="2523744" algn="l" defTabSz="1009498" rtl="0" eaLnBrk="1" latinLnBrk="0" hangingPunct="1">
      <a:defRPr sz="1300" kern="1200">
        <a:solidFill>
          <a:schemeClr val="tx1"/>
        </a:solidFill>
        <a:latin typeface="+mn-lt"/>
        <a:ea typeface="+mn-ea"/>
        <a:cs typeface="+mn-cs"/>
      </a:defRPr>
    </a:lvl6pPr>
    <a:lvl7pPr marL="3028493" algn="l" defTabSz="1009498" rtl="0" eaLnBrk="1" latinLnBrk="0" hangingPunct="1">
      <a:defRPr sz="1300" kern="1200">
        <a:solidFill>
          <a:schemeClr val="tx1"/>
        </a:solidFill>
        <a:latin typeface="+mn-lt"/>
        <a:ea typeface="+mn-ea"/>
        <a:cs typeface="+mn-cs"/>
      </a:defRPr>
    </a:lvl7pPr>
    <a:lvl8pPr marL="3533242" algn="l" defTabSz="1009498" rtl="0" eaLnBrk="1" latinLnBrk="0" hangingPunct="1">
      <a:defRPr sz="1300" kern="1200">
        <a:solidFill>
          <a:schemeClr val="tx1"/>
        </a:solidFill>
        <a:latin typeface="+mn-lt"/>
        <a:ea typeface="+mn-ea"/>
        <a:cs typeface="+mn-cs"/>
      </a:defRPr>
    </a:lvl8pPr>
    <a:lvl9pPr marL="4037990" algn="l" defTabSz="1009498" rtl="0" eaLnBrk="1" latinLnBrk="0"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113E49-C8DC-420F-898B-6A60BB202E68}" type="slidenum">
              <a:rPr lang="en-US" smtClean="0"/>
              <a:t>1</a:t>
            </a:fld>
            <a:endParaRPr lang="en-US"/>
          </a:p>
        </p:txBody>
      </p:sp>
    </p:spTree>
    <p:extLst>
      <p:ext uri="{BB962C8B-B14F-4D97-AF65-F5344CB8AC3E}">
        <p14:creationId xmlns:p14="http://schemas.microsoft.com/office/powerpoint/2010/main" val="10001494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3</a:t>
            </a:fld>
            <a:endParaRPr lang="en-US"/>
          </a:p>
        </p:txBody>
      </p:sp>
    </p:spTree>
    <p:extLst>
      <p:ext uri="{BB962C8B-B14F-4D97-AF65-F5344CB8AC3E}">
        <p14:creationId xmlns:p14="http://schemas.microsoft.com/office/powerpoint/2010/main" val="40984476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pPr algn="l">
              <a:buFont typeface="+mj-lt"/>
              <a:buAutoNum type="arabicPeriod"/>
            </a:pPr>
            <a:r>
              <a:rPr lang="vi-VN" b="1" i="0">
                <a:solidFill>
                  <a:srgbClr val="111111"/>
                </a:solidFill>
                <a:effectLst/>
                <a:highlight>
                  <a:srgbClr val="FFFFFF"/>
                </a:highlight>
                <a:latin typeface="-apple-system"/>
              </a:rPr>
              <a:t>Nhu cầu công nghệ</a:t>
            </a:r>
            <a:r>
              <a:rPr lang="vi-VN" b="0" i="0">
                <a:solidFill>
                  <a:srgbClr val="111111"/>
                </a:solidFill>
                <a:effectLst/>
                <a:highlight>
                  <a:srgbClr val="FFFFFF"/>
                </a:highlight>
                <a:latin typeface="-apple-system"/>
              </a:rPr>
              <a:t>: Trong thời đại số hóa hiện nay, việc áp dụng công nghệ vào quản lý và vận hành các phòng học là điều cần thiết. Hệ thống quản lý phòng học thông minh sẽ giúp tối ưu hóa quá trình này</a:t>
            </a:r>
            <a:r>
              <a:rPr lang="en-US" b="0" i="0">
                <a:solidFill>
                  <a:srgbClr val="111111"/>
                </a:solidFill>
                <a:effectLst/>
                <a:highlight>
                  <a:srgbClr val="FFFFFF"/>
                </a:highlight>
                <a:latin typeface="-apple-system"/>
              </a:rPr>
              <a:t> đặc biệt là công nghệ IoT kết nối vạn vật.</a:t>
            </a:r>
            <a:endParaRPr lang="vi-VN" b="0" i="0">
              <a:solidFill>
                <a:srgbClr val="111111"/>
              </a:solidFill>
              <a:effectLst/>
              <a:highlight>
                <a:srgbClr val="FFFFFF"/>
              </a:highlight>
              <a:latin typeface="-apple-system"/>
            </a:endParaRPr>
          </a:p>
          <a:p>
            <a:pPr algn="l">
              <a:buFont typeface="+mj-lt"/>
              <a:buAutoNum type="arabicPeriod"/>
            </a:pPr>
            <a:r>
              <a:rPr lang="vi-VN" b="1" i="0">
                <a:solidFill>
                  <a:srgbClr val="111111"/>
                </a:solidFill>
                <a:effectLst/>
                <a:highlight>
                  <a:srgbClr val="FFFFFF"/>
                </a:highlight>
                <a:latin typeface="-apple-system"/>
              </a:rPr>
              <a:t>Tối ưu hóa quản lý</a:t>
            </a:r>
            <a:r>
              <a:rPr lang="vi-VN" b="0" i="0">
                <a:solidFill>
                  <a:srgbClr val="111111"/>
                </a:solidFill>
                <a:effectLst/>
                <a:highlight>
                  <a:srgbClr val="FFFFFF"/>
                </a:highlight>
                <a:latin typeface="-apple-system"/>
              </a:rPr>
              <a:t>: Hệ thống quản lý phòng học thông minh cho phép người dùng đặt lịch học, quản lý lịch học, điều khiển thiết bị trong phòng và báo cáo thiết bị hỏng hóc một cách dễ dàng và hiệu quả.</a:t>
            </a:r>
          </a:p>
          <a:p>
            <a:pPr algn="l">
              <a:buFont typeface="+mj-lt"/>
              <a:buAutoNum type="arabicPeriod"/>
            </a:pPr>
            <a:r>
              <a:rPr lang="vi-VN" b="1" i="0">
                <a:solidFill>
                  <a:srgbClr val="111111"/>
                </a:solidFill>
                <a:effectLst/>
                <a:highlight>
                  <a:srgbClr val="FFFFFF"/>
                </a:highlight>
                <a:latin typeface="-apple-system"/>
              </a:rPr>
              <a:t>Tiết kiệm thời gian và nguồn lực</a:t>
            </a:r>
            <a:r>
              <a:rPr lang="vi-VN" b="0" i="0">
                <a:solidFill>
                  <a:srgbClr val="111111"/>
                </a:solidFill>
                <a:effectLst/>
                <a:highlight>
                  <a:srgbClr val="FFFFFF"/>
                </a:highlight>
                <a:latin typeface="-apple-system"/>
              </a:rPr>
              <a:t>: Việc sử dụng hệ thống quản lý phòng học thông minh giúp tiết kiệm thời gian và nguồn lực bằng cách tự động hóa các tác vụ quản lý.</a:t>
            </a:r>
          </a:p>
          <a:p>
            <a:pPr algn="l">
              <a:buFont typeface="+mj-lt"/>
              <a:buAutoNum type="arabicPeriod"/>
            </a:pPr>
            <a:r>
              <a:rPr lang="vi-VN" b="1" i="0">
                <a:solidFill>
                  <a:srgbClr val="111111"/>
                </a:solidFill>
                <a:effectLst/>
                <a:highlight>
                  <a:srgbClr val="FFFFFF"/>
                </a:highlight>
                <a:latin typeface="-apple-system"/>
              </a:rPr>
              <a:t>Nâng cao chất lượng giáo dục</a:t>
            </a:r>
            <a:r>
              <a:rPr lang="vi-VN" b="0" i="0">
                <a:solidFill>
                  <a:srgbClr val="111111"/>
                </a:solidFill>
                <a:effectLst/>
                <a:highlight>
                  <a:srgbClr val="FFFFFF"/>
                </a:highlight>
                <a:latin typeface="-apple-system"/>
              </a:rPr>
              <a:t>: Hệ thống quản lý phòng học thông minh giúp nâng cao chất lượng giáo dục bằng cách cung cấp một môi trường học tập hiện đại, tiện lợi và hiệu quả.</a:t>
            </a:r>
          </a:p>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4</a:t>
            </a:fld>
            <a:endParaRPr lang="en-US"/>
          </a:p>
        </p:txBody>
      </p:sp>
    </p:spTree>
    <p:extLst>
      <p:ext uri="{BB962C8B-B14F-4D97-AF65-F5344CB8AC3E}">
        <p14:creationId xmlns:p14="http://schemas.microsoft.com/office/powerpoint/2010/main" val="294576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5</a:t>
            </a:fld>
            <a:endParaRPr lang="en-US"/>
          </a:p>
        </p:txBody>
      </p:sp>
    </p:spTree>
    <p:extLst>
      <p:ext uri="{BB962C8B-B14F-4D97-AF65-F5344CB8AC3E}">
        <p14:creationId xmlns:p14="http://schemas.microsoft.com/office/powerpoint/2010/main" val="6119454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6</a:t>
            </a:fld>
            <a:endParaRPr lang="en-US"/>
          </a:p>
        </p:txBody>
      </p:sp>
    </p:spTree>
    <p:extLst>
      <p:ext uri="{BB962C8B-B14F-4D97-AF65-F5344CB8AC3E}">
        <p14:creationId xmlns:p14="http://schemas.microsoft.com/office/powerpoint/2010/main" val="15200982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7</a:t>
            </a:fld>
            <a:endParaRPr lang="en-US"/>
          </a:p>
        </p:txBody>
      </p:sp>
    </p:spTree>
    <p:extLst>
      <p:ext uri="{BB962C8B-B14F-4D97-AF65-F5344CB8AC3E}">
        <p14:creationId xmlns:p14="http://schemas.microsoft.com/office/powerpoint/2010/main" val="8847008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8</a:t>
            </a:fld>
            <a:endParaRPr lang="en-US"/>
          </a:p>
        </p:txBody>
      </p:sp>
    </p:spTree>
    <p:extLst>
      <p:ext uri="{BB962C8B-B14F-4D97-AF65-F5344CB8AC3E}">
        <p14:creationId xmlns:p14="http://schemas.microsoft.com/office/powerpoint/2010/main" val="40984476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9</a:t>
            </a:fld>
            <a:endParaRPr lang="en-US"/>
          </a:p>
        </p:txBody>
      </p:sp>
    </p:spTree>
    <p:extLst>
      <p:ext uri="{BB962C8B-B14F-4D97-AF65-F5344CB8AC3E}">
        <p14:creationId xmlns:p14="http://schemas.microsoft.com/office/powerpoint/2010/main" val="31204980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10</a:t>
            </a:fld>
            <a:endParaRPr lang="en-US"/>
          </a:p>
        </p:txBody>
      </p:sp>
    </p:spTree>
    <p:extLst>
      <p:ext uri="{BB962C8B-B14F-4D97-AF65-F5344CB8AC3E}">
        <p14:creationId xmlns:p14="http://schemas.microsoft.com/office/powerpoint/2010/main" val="23423628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r>
              <a:rPr lang="en-US" sz="1800">
                <a:effectLst/>
                <a:latin typeface="Times New Roman" panose="02020603050405020304" pitchFamily="18" charset="0"/>
                <a:ea typeface="Calibri" panose="020F0502020204030204" pitchFamily="34" charset="0"/>
              </a:rPr>
              <a:t>Chân D4, D5, D6, D7: chân tín hiệu ngõ ra của vi điều khiển.  Các chân GPIO này của ESP8266 hoạt động ở mức điện áp logic 3.3V khi ở trạng thái cao (HIGH). Khi chân GPIO ở trạng thái thấp (LOW), điện áp sẽ bằng 0V.</a:t>
            </a:r>
          </a:p>
          <a:p>
            <a:pPr marL="0" marR="0" lvl="0" indent="0" algn="l" defTabSz="1009498" rtl="0" eaLnBrk="1" fontAlgn="auto" latinLnBrk="0" hangingPunct="1">
              <a:lnSpc>
                <a:spcPct val="100000"/>
              </a:lnSpc>
              <a:spcBef>
                <a:spcPts val="0"/>
              </a:spcBef>
              <a:spcAft>
                <a:spcPts val="0"/>
              </a:spcAft>
              <a:buClrTx/>
              <a:buSzTx/>
              <a:buFontTx/>
              <a:buNone/>
              <a:tabLst/>
              <a:defRPr/>
            </a:pPr>
            <a:r>
              <a:rPr lang="en-US" sz="1800">
                <a:effectLst/>
                <a:latin typeface="Times New Roman" panose="02020603050405020304" pitchFamily="18" charset="0"/>
                <a:ea typeface="Calibri" panose="020F0502020204030204" pitchFamily="34" charset="0"/>
              </a:rPr>
              <a:t> Khối gồm các khối relay và opto quang. Thực hiện các chức năng điều khiển thiết bị khi nhận tín hiệu kích từ các chân điều khiển của khối xử lý trung tâm điều khiển thiết bị 220V tương ứng.</a:t>
            </a:r>
          </a:p>
          <a:p>
            <a:pPr marL="0" marR="0" lvl="0" indent="0" algn="l" defTabSz="1009498" rtl="0" eaLnBrk="1" fontAlgn="auto" latinLnBrk="0" hangingPunct="1">
              <a:lnSpc>
                <a:spcPct val="100000"/>
              </a:lnSpc>
              <a:spcBef>
                <a:spcPts val="0"/>
              </a:spcBef>
              <a:spcAft>
                <a:spcPts val="0"/>
              </a:spcAft>
              <a:buClrTx/>
              <a:buSzTx/>
              <a:buFontTx/>
              <a:buNone/>
              <a:tabLst/>
              <a:defRPr/>
            </a:pPr>
            <a:endParaRPr lang="en-US" sz="1800">
              <a:effectLst/>
              <a:latin typeface="Times New Roman" panose="02020603050405020304" pitchFamily="18" charset="0"/>
              <a:ea typeface="Calibri" panose="020F0502020204030204" pitchFamily="34" charset="0"/>
            </a:endParaRPr>
          </a:p>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11</a:t>
            </a:fld>
            <a:endParaRPr lang="en-US"/>
          </a:p>
        </p:txBody>
      </p:sp>
    </p:spTree>
    <p:extLst>
      <p:ext uri="{BB962C8B-B14F-4D97-AF65-F5344CB8AC3E}">
        <p14:creationId xmlns:p14="http://schemas.microsoft.com/office/powerpoint/2010/main" val="6215034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13</a:t>
            </a:fld>
            <a:endParaRPr lang="en-US"/>
          </a:p>
        </p:txBody>
      </p:sp>
    </p:spTree>
    <p:extLst>
      <p:ext uri="{BB962C8B-B14F-4D97-AF65-F5344CB8AC3E}">
        <p14:creationId xmlns:p14="http://schemas.microsoft.com/office/powerpoint/2010/main" val="256263449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18</a:t>
            </a:fld>
            <a:endParaRPr lang="en-US"/>
          </a:p>
        </p:txBody>
      </p:sp>
    </p:spTree>
    <p:extLst>
      <p:ext uri="{BB962C8B-B14F-4D97-AF65-F5344CB8AC3E}">
        <p14:creationId xmlns:p14="http://schemas.microsoft.com/office/powerpoint/2010/main" val="19830351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19</a:t>
            </a:fld>
            <a:endParaRPr lang="en-US"/>
          </a:p>
        </p:txBody>
      </p:sp>
    </p:spTree>
    <p:extLst>
      <p:ext uri="{BB962C8B-B14F-4D97-AF65-F5344CB8AC3E}">
        <p14:creationId xmlns:p14="http://schemas.microsoft.com/office/powerpoint/2010/main" val="35197358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20</a:t>
            </a:fld>
            <a:endParaRPr lang="en-US"/>
          </a:p>
        </p:txBody>
      </p:sp>
    </p:spTree>
    <p:extLst>
      <p:ext uri="{BB962C8B-B14F-4D97-AF65-F5344CB8AC3E}">
        <p14:creationId xmlns:p14="http://schemas.microsoft.com/office/powerpoint/2010/main" val="6430045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F66EB4-73B8-48D9-A319-A7BCDACCEDEF}" type="slidenum">
              <a:rPr lang="en-US" smtClean="0"/>
              <a:t>21</a:t>
            </a:fld>
            <a:endParaRPr lang="en-US"/>
          </a:p>
        </p:txBody>
      </p:sp>
    </p:spTree>
    <p:extLst>
      <p:ext uri="{BB962C8B-B14F-4D97-AF65-F5344CB8AC3E}">
        <p14:creationId xmlns:p14="http://schemas.microsoft.com/office/powerpoint/2010/main" val="20382310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28700" y="1143000"/>
            <a:ext cx="48006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4E113E49-C8DC-420F-898B-6A60BB202E68}" type="slidenum">
              <a:rPr lang="en-US" smtClean="0"/>
              <a:t>24</a:t>
            </a:fld>
            <a:endParaRPr lang="en-US"/>
          </a:p>
        </p:txBody>
      </p:sp>
    </p:spTree>
    <p:extLst>
      <p:ext uri="{BB962C8B-B14F-4D97-AF65-F5344CB8AC3E}">
        <p14:creationId xmlns:p14="http://schemas.microsoft.com/office/powerpoint/2010/main" val="6027525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 name="Rectangle 6"/>
          <p:cNvSpPr/>
          <p:nvPr/>
        </p:nvSpPr>
        <p:spPr>
          <a:xfrm>
            <a:off x="0" y="7165238"/>
            <a:ext cx="12801600" cy="106436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10" name="Rectangle 9"/>
          <p:cNvSpPr/>
          <p:nvPr/>
        </p:nvSpPr>
        <p:spPr>
          <a:xfrm>
            <a:off x="-12802" y="7263994"/>
            <a:ext cx="3149194" cy="85587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11" name="Rectangle 10"/>
          <p:cNvSpPr/>
          <p:nvPr/>
        </p:nvSpPr>
        <p:spPr>
          <a:xfrm>
            <a:off x="3302813" y="7253021"/>
            <a:ext cx="9498787" cy="85587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Subtitle 8"/>
          <p:cNvSpPr>
            <a:spLocks noGrp="1"/>
          </p:cNvSpPr>
          <p:nvPr>
            <p:ph type="subTitle" idx="1"/>
          </p:nvPr>
        </p:nvSpPr>
        <p:spPr>
          <a:xfrm>
            <a:off x="3328416" y="7260044"/>
            <a:ext cx="9099804" cy="822960"/>
          </a:xfrm>
          <a:prstGeom prst="rect">
            <a:avLst/>
          </a:prstGeom>
        </p:spPr>
        <p:txBody>
          <a:bodyPr anchor="ctr"/>
          <a:lstStyle>
            <a:lvl1pPr marL="0" indent="0" algn="l" eaLnBrk="1" latinLnBrk="0" hangingPunct="1">
              <a:buNone/>
              <a:defRPr kumimoji="0" sz="4100">
                <a:solidFill>
                  <a:srgbClr val="FFFFFF"/>
                </a:solidFill>
              </a:defRPr>
            </a:lvl1pPr>
            <a:lvl2pPr marL="672982" indent="0" algn="ctr" eaLnBrk="1" latinLnBrk="0" hangingPunct="1">
              <a:buNone/>
            </a:lvl2pPr>
            <a:lvl3pPr marL="1345964" indent="0" algn="ctr" eaLnBrk="1" latinLnBrk="0" hangingPunct="1">
              <a:buNone/>
            </a:lvl3pPr>
            <a:lvl4pPr marL="2018944" indent="0" algn="ctr" eaLnBrk="1" latinLnBrk="0" hangingPunct="1">
              <a:buNone/>
            </a:lvl4pPr>
            <a:lvl5pPr marL="2691926" indent="0" algn="ctr" eaLnBrk="1" latinLnBrk="0" hangingPunct="1">
              <a:buNone/>
            </a:lvl5pPr>
            <a:lvl6pPr marL="3364908" indent="0" algn="ctr" eaLnBrk="1" latinLnBrk="0" hangingPunct="1">
              <a:buNone/>
            </a:lvl6pPr>
            <a:lvl7pPr marL="4037890" indent="0" algn="ctr" eaLnBrk="1" latinLnBrk="0" hangingPunct="1">
              <a:buNone/>
            </a:lvl7pPr>
            <a:lvl8pPr marL="4710871" indent="0" algn="ctr" eaLnBrk="1" latinLnBrk="0" hangingPunct="1">
              <a:buNone/>
            </a:lvl8pPr>
            <a:lvl9pPr marL="5383853" indent="0" algn="ctr" eaLnBrk="1" latinLnBrk="0" hangingPunct="1">
              <a:buNone/>
            </a:lvl9pPr>
            <a:extLst/>
          </a:lstStyle>
          <a:p>
            <a:pPr eaLnBrk="1" latinLnBrk="1" hangingPunct="1"/>
            <a:r>
              <a:rPr lang="en-US" dirty="0"/>
              <a:t>Click to edit Master subtitle style</a:t>
            </a:r>
            <a:endParaRPr dirty="0"/>
          </a:p>
        </p:txBody>
      </p:sp>
      <p:sp>
        <p:nvSpPr>
          <p:cNvPr id="28" name="Date Placeholder 27"/>
          <p:cNvSpPr>
            <a:spLocks noGrp="1"/>
          </p:cNvSpPr>
          <p:nvPr>
            <p:ph type="dt" sz="half" idx="10"/>
          </p:nvPr>
        </p:nvSpPr>
        <p:spPr>
          <a:xfrm>
            <a:off x="106680" y="7282439"/>
            <a:ext cx="2880360" cy="822960"/>
          </a:xfrm>
          <a:prstGeom prst="rect">
            <a:avLst/>
          </a:prstGeom>
        </p:spPr>
        <p:txBody>
          <a:bodyPr lIns="100950" tIns="50475" rIns="100950" bIns="50475">
            <a:noAutofit/>
          </a:bodyPr>
          <a:lstStyle>
            <a:lvl1pPr algn="ctr" eaLnBrk="1" latinLnBrk="0" hangingPunct="1">
              <a:defRPr kumimoji="0" sz="2900">
                <a:solidFill>
                  <a:srgbClr val="FFFFFF"/>
                </a:solidFill>
              </a:defRPr>
            </a:lvl1pPr>
            <a:extLst/>
          </a:lstStyle>
          <a:p>
            <a:pPr algn="ctr"/>
            <a:fld id="{CD611FC7-9594-419F-BC22-9363CE13D3CF}" type="datetime1">
              <a:rPr kumimoji="0" lang="en-US" smtClean="0">
                <a:solidFill>
                  <a:srgbClr val="FFFFFF"/>
                </a:solidFill>
              </a:rPr>
              <a:t>5/27/2024</a:t>
            </a:fld>
            <a:endParaRPr kumimoji="0" lang="en-US" sz="2900" dirty="0">
              <a:solidFill>
                <a:srgbClr val="FFFFFF"/>
              </a:solidFill>
            </a:endParaRPr>
          </a:p>
        </p:txBody>
      </p:sp>
      <p:sp>
        <p:nvSpPr>
          <p:cNvPr id="15" name="Table Placeholder 14"/>
          <p:cNvSpPr>
            <a:spLocks noGrp="1"/>
          </p:cNvSpPr>
          <p:nvPr>
            <p:ph type="tbl" sz="quarter" idx="11"/>
          </p:nvPr>
        </p:nvSpPr>
        <p:spPr>
          <a:xfrm>
            <a:off x="600076" y="1600201"/>
            <a:ext cx="11901531" cy="5257800"/>
          </a:xfrm>
          <a:prstGeom prst="rect">
            <a:avLst/>
          </a:prstGeom>
        </p:spPr>
        <p:txBody>
          <a:bodyPr/>
          <a:lstStyle>
            <a:lvl1pPr algn="ctr">
              <a:buFontTx/>
              <a:buNone/>
              <a:defRPr>
                <a:latin typeface="Times New Roman" pitchFamily="18" charset="0"/>
                <a:cs typeface="Times New Roman" pitchFamily="18" charset="0"/>
              </a:defRPr>
            </a:lvl1pPr>
          </a:lstStyle>
          <a:p>
            <a:r>
              <a:rPr lang="en-US" dirty="0"/>
              <a:t>Click icon to add table</a:t>
            </a:r>
          </a:p>
        </p:txBody>
      </p:sp>
    </p:spTree>
    <p:extLst>
      <p:ext uri="{BB962C8B-B14F-4D97-AF65-F5344CB8AC3E}">
        <p14:creationId xmlns:p14="http://schemas.microsoft.com/office/powerpoint/2010/main" val="3521592402"/>
      </p:ext>
    </p:extLst>
  </p:cSld>
  <p:clrMapOvr>
    <a:masterClrMapping/>
  </p:clrMapOvr>
  <p:transition spd="slow">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Rectangle 1"/>
          <p:cNvSpPr>
            <a:spLocks noGrp="1"/>
          </p:cNvSpPr>
          <p:nvPr>
            <p:ph type="title"/>
          </p:nvPr>
        </p:nvSpPr>
        <p:spPr>
          <a:xfrm>
            <a:off x="1702080" y="514745"/>
            <a:ext cx="9586189" cy="900666"/>
          </a:xfrm>
          <a:prstGeom prst="rect">
            <a:avLst/>
          </a:prstGeom>
        </p:spPr>
        <p:txBody>
          <a:bodyPr>
            <a:normAutofit/>
          </a:bodyPr>
          <a:lstStyle>
            <a:lvl1pPr>
              <a:defRPr sz="4000">
                <a:latin typeface="Segoe UI" panose="020B0502040204020203" pitchFamily="34" charset="0"/>
                <a:cs typeface="Segoe UI" panose="020B0502040204020203" pitchFamily="34" charset="0"/>
              </a:defRPr>
            </a:lvl1pPr>
            <a:extLst/>
          </a:lstStyle>
          <a:p>
            <a:pPr eaLnBrk="1" latinLnBrk="1" hangingPunct="1"/>
            <a:r>
              <a:rPr lang="en-US" dirty="0"/>
              <a:t>Click to edit Master title style</a:t>
            </a:r>
            <a:endParaRPr dirty="0"/>
          </a:p>
        </p:txBody>
      </p:sp>
      <p:sp>
        <p:nvSpPr>
          <p:cNvPr id="3" name="Date Placeholder 2"/>
          <p:cNvSpPr>
            <a:spLocks noGrp="1"/>
          </p:cNvSpPr>
          <p:nvPr>
            <p:ph type="dt" sz="half" idx="10"/>
          </p:nvPr>
        </p:nvSpPr>
        <p:spPr>
          <a:xfrm>
            <a:off x="251317" y="7791451"/>
            <a:ext cx="1612980" cy="438150"/>
          </a:xfrm>
          <a:prstGeom prst="rect">
            <a:avLst/>
          </a:prstGeom>
        </p:spPr>
        <p:txBody>
          <a:bodyPr lIns="100950" tIns="50475" rIns="100950" bIns="50475"/>
          <a:lstStyle>
            <a:lvl1pPr algn="r">
              <a:defRPr sz="1600">
                <a:solidFill>
                  <a:schemeClr val="tx1"/>
                </a:solidFill>
              </a:defRPr>
            </a:lvl1pPr>
            <a:extLst/>
          </a:lstStyle>
          <a:p>
            <a:fld id="{D5E14407-0624-420A-BA54-2743126A532B}" type="datetime1">
              <a:rPr lang="en-US" smtClean="0"/>
              <a:t>5/27/2024</a:t>
            </a:fld>
            <a:endParaRPr lang="en-US" dirty="0"/>
          </a:p>
        </p:txBody>
      </p:sp>
      <p:sp>
        <p:nvSpPr>
          <p:cNvPr id="4" name="Footer Placeholder 3"/>
          <p:cNvSpPr>
            <a:spLocks noGrp="1"/>
          </p:cNvSpPr>
          <p:nvPr>
            <p:ph type="ftr" sz="quarter" idx="11"/>
          </p:nvPr>
        </p:nvSpPr>
        <p:spPr>
          <a:xfrm>
            <a:off x="3578087" y="7571185"/>
            <a:ext cx="6149484" cy="438150"/>
          </a:xfrm>
          <a:prstGeom prst="rect">
            <a:avLst/>
          </a:prstGeom>
        </p:spPr>
        <p:txBody>
          <a:bodyPr lIns="100950" tIns="50475" rIns="100950" bIns="50475"/>
          <a:lstStyle>
            <a:lvl1pPr algn="ctr">
              <a:defRPr sz="1900">
                <a:solidFill>
                  <a:schemeClr val="tx1"/>
                </a:solidFill>
              </a:defRPr>
            </a:lvl1pPr>
            <a:extLst/>
          </a:lstStyle>
          <a:p>
            <a:r>
              <a:rPr lang="en-US" dirty="0"/>
              <a:t>SV-NCKH</a:t>
            </a:r>
          </a:p>
        </p:txBody>
      </p:sp>
      <p:sp>
        <p:nvSpPr>
          <p:cNvPr id="7" name="Rectangle 6"/>
          <p:cNvSpPr>
            <a:spLocks noGrp="1"/>
          </p:cNvSpPr>
          <p:nvPr>
            <p:ph sz="quarter" idx="13"/>
          </p:nvPr>
        </p:nvSpPr>
        <p:spPr>
          <a:xfrm>
            <a:off x="352130" y="2156183"/>
            <a:ext cx="12272323" cy="5242560"/>
          </a:xfrm>
          <a:prstGeom prst="rect">
            <a:avLst/>
          </a:prstGeom>
        </p:spPr>
        <p:txBody>
          <a:bodyPr/>
          <a:lstStyle>
            <a:lvl1pPr>
              <a:defRPr>
                <a:latin typeface="Segoe UI Semilight" panose="020B0402040204020203" pitchFamily="34" charset="0"/>
                <a:cs typeface="Segoe UI Semilight" panose="020B0402040204020203" pitchFamily="34" charset="0"/>
              </a:defRPr>
            </a:lvl1pPr>
            <a:lvl2pPr>
              <a:defRPr>
                <a:latin typeface="Segoe UI Semilight" panose="020B0402040204020203" pitchFamily="34" charset="0"/>
                <a:cs typeface="Segoe UI Semilight" panose="020B0402040204020203" pitchFamily="34" charset="0"/>
              </a:defRPr>
            </a:lvl2pPr>
            <a:lvl3pPr>
              <a:defRPr>
                <a:latin typeface="Segoe UI Semilight" panose="020B0402040204020203" pitchFamily="34" charset="0"/>
                <a:cs typeface="Segoe UI Semilight" panose="020B0402040204020203" pitchFamily="34" charset="0"/>
              </a:defRPr>
            </a:lvl3pPr>
            <a:lvl4pPr>
              <a:defRPr>
                <a:latin typeface="Segoe UI Semilight" panose="020B0402040204020203" pitchFamily="34" charset="0"/>
                <a:cs typeface="Segoe UI Semilight" panose="020B0402040204020203" pitchFamily="34" charset="0"/>
              </a:defRPr>
            </a:lvl4pPr>
            <a:lvl5pPr>
              <a:defRPr>
                <a:latin typeface="Segoe UI Semilight" panose="020B0402040204020203" pitchFamily="34" charset="0"/>
                <a:cs typeface="Segoe UI Semilight" panose="020B0402040204020203" pitchFamily="34" charset="0"/>
              </a:defRPr>
            </a:lvl5pPr>
          </a:lstStyle>
          <a:p>
            <a:pPr lvl="0" eaLnBrk="1" latinLnBrk="1" hangingPunct="1"/>
            <a:r>
              <a:rPr lang="en-US" dirty="0"/>
              <a:t>Click to edit Master text styles</a:t>
            </a:r>
          </a:p>
          <a:p>
            <a:pPr lvl="1" eaLnBrk="1" latinLnBrk="1" hangingPunct="1"/>
            <a:r>
              <a:rPr lang="en-US" dirty="0"/>
              <a:t>Second level</a:t>
            </a:r>
          </a:p>
          <a:p>
            <a:pPr lvl="2" eaLnBrk="1" latinLnBrk="1" hangingPunct="1"/>
            <a:r>
              <a:rPr lang="en-US" dirty="0"/>
              <a:t>Third level</a:t>
            </a:r>
          </a:p>
          <a:p>
            <a:pPr lvl="3" eaLnBrk="1" latinLnBrk="1" hangingPunct="1"/>
            <a:r>
              <a:rPr lang="en-US" dirty="0"/>
              <a:t>Fourth level</a:t>
            </a:r>
          </a:p>
          <a:p>
            <a:pPr lvl="4" eaLnBrk="1" latinLnBrk="1" hangingPunct="1"/>
            <a:r>
              <a:rPr lang="en-US" dirty="0"/>
              <a:t>Fifth level</a:t>
            </a:r>
            <a:endParaRPr dirty="0"/>
          </a:p>
        </p:txBody>
      </p:sp>
    </p:spTree>
    <p:extLst>
      <p:ext uri="{BB962C8B-B14F-4D97-AF65-F5344CB8AC3E}">
        <p14:creationId xmlns:p14="http://schemas.microsoft.com/office/powerpoint/2010/main" val="1562951668"/>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ulti Title Layout">
    <p:spTree>
      <p:nvGrpSpPr>
        <p:cNvPr id="1" name=""/>
        <p:cNvGrpSpPr/>
        <p:nvPr/>
      </p:nvGrpSpPr>
      <p:grpSpPr>
        <a:xfrm>
          <a:off x="0" y="0"/>
          <a:ext cx="0" cy="0"/>
          <a:chOff x="0" y="0"/>
          <a:chExt cx="0" cy="0"/>
        </a:xfrm>
      </p:grpSpPr>
      <p:sp>
        <p:nvSpPr>
          <p:cNvPr id="2" name="Rectangle 1"/>
          <p:cNvSpPr>
            <a:spLocks noGrp="1"/>
          </p:cNvSpPr>
          <p:nvPr>
            <p:ph type="title"/>
          </p:nvPr>
        </p:nvSpPr>
        <p:spPr>
          <a:xfrm>
            <a:off x="1702080" y="514745"/>
            <a:ext cx="9586189" cy="900666"/>
          </a:xfrm>
          <a:prstGeom prst="rect">
            <a:avLst/>
          </a:prstGeom>
        </p:spPr>
        <p:txBody>
          <a:bodyPr>
            <a:normAutofit/>
          </a:bodyPr>
          <a:lstStyle>
            <a:lvl1pPr>
              <a:defRPr sz="4700">
                <a:latin typeface="Times New Roman" pitchFamily="18" charset="0"/>
                <a:cs typeface="Times New Roman" pitchFamily="18" charset="0"/>
              </a:defRPr>
            </a:lvl1pPr>
            <a:extLst/>
          </a:lstStyle>
          <a:p>
            <a:pPr eaLnBrk="1" latinLnBrk="1" hangingPunct="1"/>
            <a:r>
              <a:rPr lang="en-US" dirty="0"/>
              <a:t>Click to edit Master title style</a:t>
            </a:r>
            <a:endParaRPr dirty="0"/>
          </a:p>
        </p:txBody>
      </p:sp>
      <p:sp>
        <p:nvSpPr>
          <p:cNvPr id="3" name="Date Placeholder 2"/>
          <p:cNvSpPr>
            <a:spLocks noGrp="1"/>
          </p:cNvSpPr>
          <p:nvPr>
            <p:ph type="dt" sz="half" idx="10"/>
          </p:nvPr>
        </p:nvSpPr>
        <p:spPr>
          <a:xfrm>
            <a:off x="150506" y="7828693"/>
            <a:ext cx="3733800" cy="438150"/>
          </a:xfrm>
          <a:prstGeom prst="rect">
            <a:avLst/>
          </a:prstGeom>
        </p:spPr>
        <p:txBody>
          <a:bodyPr lIns="100950" tIns="50475" rIns="100950" bIns="50475"/>
          <a:lstStyle>
            <a:lvl1pPr algn="l">
              <a:defRPr sz="1600"/>
            </a:lvl1pPr>
            <a:extLst/>
          </a:lstStyle>
          <a:p>
            <a:fld id="{FF4C3D75-88C8-43A8-B9AB-69C8ADE066BB}" type="datetime1">
              <a:rPr lang="en-US" smtClean="0"/>
              <a:t>5/27/2024</a:t>
            </a:fld>
            <a:endParaRPr lang="en-US" dirty="0"/>
          </a:p>
        </p:txBody>
      </p:sp>
      <p:sp>
        <p:nvSpPr>
          <p:cNvPr id="7" name="Rectangle 6"/>
          <p:cNvSpPr>
            <a:spLocks noGrp="1"/>
          </p:cNvSpPr>
          <p:nvPr>
            <p:ph sz="quarter" idx="13"/>
          </p:nvPr>
        </p:nvSpPr>
        <p:spPr>
          <a:xfrm>
            <a:off x="150506" y="2732246"/>
            <a:ext cx="12304823" cy="4663450"/>
          </a:xfrm>
          <a:prstGeom prst="rect">
            <a:avLst/>
          </a:prstGeom>
        </p:spPr>
        <p:txBody>
          <a:bodyPr/>
          <a:lstStyle/>
          <a:p>
            <a:pPr lvl="0" eaLnBrk="1" latinLnBrk="1" hangingPunct="1"/>
            <a:r>
              <a:rPr lang="en-US" dirty="0"/>
              <a:t>Click to edit Master text styles</a:t>
            </a:r>
          </a:p>
          <a:p>
            <a:pPr lvl="1" eaLnBrk="1" latinLnBrk="1" hangingPunct="1"/>
            <a:r>
              <a:rPr lang="en-US" dirty="0"/>
              <a:t>Second level</a:t>
            </a:r>
          </a:p>
          <a:p>
            <a:pPr lvl="2" eaLnBrk="1" latinLnBrk="1" hangingPunct="1"/>
            <a:r>
              <a:rPr lang="en-US" dirty="0"/>
              <a:t>Third level</a:t>
            </a:r>
          </a:p>
          <a:p>
            <a:pPr lvl="3" eaLnBrk="1" latinLnBrk="1" hangingPunct="1"/>
            <a:r>
              <a:rPr lang="en-US" dirty="0"/>
              <a:t>Fourth level</a:t>
            </a:r>
          </a:p>
          <a:p>
            <a:pPr lvl="4" eaLnBrk="1" latinLnBrk="1" hangingPunct="1"/>
            <a:r>
              <a:rPr lang="en-US" dirty="0"/>
              <a:t>Fifth level</a:t>
            </a:r>
            <a:endParaRPr dirty="0"/>
          </a:p>
        </p:txBody>
      </p:sp>
      <p:sp>
        <p:nvSpPr>
          <p:cNvPr id="9" name="Text Placeholder 8"/>
          <p:cNvSpPr>
            <a:spLocks noGrp="1"/>
          </p:cNvSpPr>
          <p:nvPr>
            <p:ph type="body" sz="quarter" idx="14"/>
          </p:nvPr>
        </p:nvSpPr>
        <p:spPr>
          <a:xfrm>
            <a:off x="1087028" y="1812424"/>
            <a:ext cx="11523503" cy="685816"/>
          </a:xfrm>
          <a:prstGeom prst="rect">
            <a:avLst/>
          </a:prstGeom>
        </p:spPr>
        <p:txBody>
          <a:bodyPr>
            <a:noAutofit/>
          </a:bodyPr>
          <a:lstStyle>
            <a:lvl1pPr>
              <a:buFontTx/>
              <a:buNone/>
              <a:defRPr sz="4100" b="1" u="sng">
                <a:latin typeface="Times New Roman" pitchFamily="18" charset="0"/>
                <a:cs typeface="Times New Roman" pitchFamily="18" charset="0"/>
              </a:defRPr>
            </a:lvl1pPr>
          </a:lstStyle>
          <a:p>
            <a:pPr lvl="0"/>
            <a:r>
              <a:rPr lang="en-US" dirty="0"/>
              <a:t>Click to edit Master text styles</a:t>
            </a:r>
          </a:p>
        </p:txBody>
      </p:sp>
    </p:spTree>
    <p:extLst>
      <p:ext uri="{BB962C8B-B14F-4D97-AF65-F5344CB8AC3E}">
        <p14:creationId xmlns:p14="http://schemas.microsoft.com/office/powerpoint/2010/main" val="1705729428"/>
      </p:ext>
    </p:extLst>
  </p:cSld>
  <p:clrMapOvr>
    <a:masterClrMapping/>
  </p:clrMapOvr>
  <p:transition spd="slow">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20241" y="3291842"/>
            <a:ext cx="9972358" cy="2007870"/>
          </a:xfrm>
          <a:prstGeom prst="rect">
            <a:avLst/>
          </a:prstGeom>
        </p:spPr>
        <p:txBody>
          <a:bodyPr anchor="t"/>
          <a:lstStyle>
            <a:lvl1pPr eaLnBrk="1" latinLnBrk="0" hangingPunct="1">
              <a:buNone/>
              <a:defRPr kumimoji="0" sz="4100">
                <a:solidFill>
                  <a:schemeClr val="tx1">
                    <a:lumMod val="85000"/>
                    <a:lumOff val="15000"/>
                  </a:schemeClr>
                </a:solidFill>
                <a:latin typeface="Times New Roman" pitchFamily="18" charset="0"/>
                <a:cs typeface="Times New Roman" pitchFamily="18" charset="0"/>
              </a:defRPr>
            </a:lvl1pPr>
            <a:lvl2pPr eaLnBrk="1" latinLnBrk="0" hangingPunct="1">
              <a:buNone/>
              <a:defRPr kumimoji="0" sz="2600">
                <a:solidFill>
                  <a:schemeClr val="tx1">
                    <a:tint val="75000"/>
                  </a:schemeClr>
                </a:solidFill>
              </a:defRPr>
            </a:lvl2pPr>
            <a:lvl3pPr eaLnBrk="1" latinLnBrk="0" hangingPunct="1">
              <a:buNone/>
              <a:defRPr kumimoji="0" sz="2400">
                <a:solidFill>
                  <a:schemeClr val="tx1">
                    <a:tint val="75000"/>
                  </a:schemeClr>
                </a:solidFill>
              </a:defRPr>
            </a:lvl3pPr>
            <a:lvl4pPr eaLnBrk="1" latinLnBrk="0" hangingPunct="1">
              <a:buNone/>
              <a:defRPr kumimoji="0" sz="2100">
                <a:solidFill>
                  <a:schemeClr val="tx1">
                    <a:tint val="75000"/>
                  </a:schemeClr>
                </a:solidFill>
              </a:defRPr>
            </a:lvl4pPr>
            <a:lvl5pPr eaLnBrk="1" latinLnBrk="0" hangingPunct="1">
              <a:buNone/>
              <a:defRPr kumimoji="0" sz="2100">
                <a:solidFill>
                  <a:schemeClr val="tx1">
                    <a:tint val="75000"/>
                  </a:schemeClr>
                </a:solidFill>
              </a:defRPr>
            </a:lvl5pPr>
            <a:extLst/>
          </a:lstStyle>
          <a:p>
            <a:pPr lvl="0" eaLnBrk="1" latinLnBrk="1" hangingPunct="1"/>
            <a:r>
              <a:rPr lang="en-US"/>
              <a:t>Click to edit Master text styles</a:t>
            </a:r>
          </a:p>
        </p:txBody>
      </p:sp>
      <p:sp>
        <p:nvSpPr>
          <p:cNvPr id="7" name="Rectangle 6"/>
          <p:cNvSpPr/>
          <p:nvPr/>
        </p:nvSpPr>
        <p:spPr>
          <a:xfrm>
            <a:off x="0" y="1828800"/>
            <a:ext cx="12801600" cy="13716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dirty="0"/>
          </a:p>
        </p:txBody>
      </p:sp>
      <p:sp>
        <p:nvSpPr>
          <p:cNvPr id="8" name="Rectangle 7"/>
          <p:cNvSpPr/>
          <p:nvPr/>
        </p:nvSpPr>
        <p:spPr>
          <a:xfrm>
            <a:off x="0" y="1920240"/>
            <a:ext cx="1813560" cy="118872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Rectangle 8"/>
          <p:cNvSpPr/>
          <p:nvPr/>
        </p:nvSpPr>
        <p:spPr>
          <a:xfrm>
            <a:off x="1920240" y="1920240"/>
            <a:ext cx="10881360" cy="1188720"/>
          </a:xfrm>
          <a:prstGeom prst="rect">
            <a:avLst/>
          </a:prstGeom>
          <a:no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2" name="Title 1"/>
          <p:cNvSpPr>
            <a:spLocks noGrp="1"/>
          </p:cNvSpPr>
          <p:nvPr>
            <p:ph type="title" hasCustomPrompt="1"/>
          </p:nvPr>
        </p:nvSpPr>
        <p:spPr>
          <a:xfrm>
            <a:off x="1920240" y="1920240"/>
            <a:ext cx="10668000" cy="1188720"/>
          </a:xfrm>
          <a:prstGeom prst="rect">
            <a:avLst/>
          </a:prstGeom>
        </p:spPr>
        <p:txBody>
          <a:bodyPr>
            <a:normAutofit/>
          </a:bodyPr>
          <a:lstStyle>
            <a:lvl1pPr algn="l" eaLnBrk="1" latinLnBrk="0" hangingPunct="1">
              <a:buNone/>
              <a:defRPr kumimoji="0" sz="4700" b="1" cap="none">
                <a:solidFill>
                  <a:schemeClr val="tx1"/>
                </a:solidFill>
              </a:defRPr>
            </a:lvl1pPr>
            <a:extLst/>
          </a:lstStyle>
          <a:p>
            <a:r>
              <a:rPr kumimoji="0" lang="en-US" dirty="0"/>
              <a:t>Click to edit master title style</a:t>
            </a:r>
          </a:p>
        </p:txBody>
      </p:sp>
      <p:sp>
        <p:nvSpPr>
          <p:cNvPr id="12" name="Date Placeholder 11"/>
          <p:cNvSpPr>
            <a:spLocks noGrp="1"/>
          </p:cNvSpPr>
          <p:nvPr>
            <p:ph type="dt" sz="half" idx="10"/>
          </p:nvPr>
        </p:nvSpPr>
        <p:spPr>
          <a:xfrm>
            <a:off x="452940" y="7891534"/>
            <a:ext cx="3733800" cy="438150"/>
          </a:xfrm>
          <a:prstGeom prst="rect">
            <a:avLst/>
          </a:prstGeom>
        </p:spPr>
        <p:txBody>
          <a:bodyPr lIns="100950" tIns="50475" rIns="100950" bIns="50475"/>
          <a:lstStyle>
            <a:lvl1pPr algn="r">
              <a:defRPr sz="1900"/>
            </a:lvl1pPr>
            <a:extLst/>
          </a:lstStyle>
          <a:p>
            <a:fld id="{9BC1B821-2382-43E5-8D5F-943575D69C67}" type="datetime1">
              <a:rPr lang="en-US" smtClean="0"/>
              <a:t>5/27/2024</a:t>
            </a:fld>
            <a:endParaRPr lang="en-US"/>
          </a:p>
        </p:txBody>
      </p:sp>
      <p:sp>
        <p:nvSpPr>
          <p:cNvPr id="13" name="Slide Number Placeholder 12"/>
          <p:cNvSpPr>
            <a:spLocks noGrp="1"/>
          </p:cNvSpPr>
          <p:nvPr>
            <p:ph type="sldNum" sz="quarter" idx="11"/>
          </p:nvPr>
        </p:nvSpPr>
        <p:spPr>
          <a:xfrm>
            <a:off x="0" y="2103121"/>
            <a:ext cx="1813560" cy="842011"/>
          </a:xfrm>
          <a:prstGeom prst="rect">
            <a:avLst/>
          </a:prstGeom>
        </p:spPr>
        <p:txBody>
          <a:bodyPr lIns="100950" tIns="50475" rIns="100950" bIns="50475">
            <a:noAutofit/>
          </a:bodyPr>
          <a:lstStyle>
            <a:lvl1pPr eaLnBrk="1" latinLnBrk="0" hangingPunct="1">
              <a:defRPr kumimoji="0" sz="3500">
                <a:solidFill>
                  <a:srgbClr val="FFFFFF"/>
                </a:solidFill>
              </a:defRPr>
            </a:lvl1pPr>
            <a:extLst/>
          </a:lstStyle>
          <a:p>
            <a:pPr algn="ctr"/>
            <a:fld id="{8F82E0A0-C266-4798-8C8F-B9F91E9DA37E}" type="slidenum">
              <a:rPr kumimoji="0" lang="en-US" sz="3500" b="1" smtClean="0">
                <a:solidFill>
                  <a:srgbClr val="FFFFFF"/>
                </a:solidFill>
              </a:rPr>
              <a:pPr algn="ctr"/>
              <a:t>‹#›</a:t>
            </a:fld>
            <a:endParaRPr kumimoji="0" lang="en-US" sz="3500" dirty="0">
              <a:solidFill>
                <a:srgbClr val="FFFFFF"/>
              </a:solidFill>
            </a:endParaRPr>
          </a:p>
        </p:txBody>
      </p:sp>
      <p:sp>
        <p:nvSpPr>
          <p:cNvPr id="14" name="Footer Placeholder 13"/>
          <p:cNvSpPr>
            <a:spLocks noGrp="1"/>
          </p:cNvSpPr>
          <p:nvPr>
            <p:ph type="ftr" sz="quarter" idx="12"/>
          </p:nvPr>
        </p:nvSpPr>
        <p:spPr>
          <a:xfrm>
            <a:off x="4182955" y="7530061"/>
            <a:ext cx="7589517" cy="438150"/>
          </a:xfrm>
          <a:prstGeom prst="rect">
            <a:avLst/>
          </a:prstGeom>
        </p:spPr>
        <p:txBody>
          <a:bodyPr lIns="100950" tIns="50475" rIns="100950" bIns="50475"/>
          <a:lstStyle>
            <a:lvl1pPr algn="l">
              <a:defRPr sz="1900"/>
            </a:lvl1pPr>
            <a:extLst/>
          </a:lstStyle>
          <a:p>
            <a:r>
              <a:rPr lang="en-US"/>
              <a:t>SV-NCKH</a:t>
            </a:r>
          </a:p>
        </p:txBody>
      </p:sp>
      <p:pic>
        <p:nvPicPr>
          <p:cNvPr id="11" name="Picture 10" descr="Logo_Truong.jpg"/>
          <p:cNvPicPr>
            <a:picLocks noChangeAspect="1"/>
          </p:cNvPicPr>
          <p:nvPr userDrawn="1"/>
        </p:nvPicPr>
        <p:blipFill>
          <a:blip r:embed="rId2"/>
          <a:stretch>
            <a:fillRect/>
          </a:stretch>
        </p:blipFill>
        <p:spPr>
          <a:xfrm>
            <a:off x="257715" y="31142"/>
            <a:ext cx="1192866" cy="1363276"/>
          </a:xfrm>
          <a:prstGeom prst="rect">
            <a:avLst/>
          </a:prstGeom>
        </p:spPr>
      </p:pic>
    </p:spTree>
    <p:extLst>
      <p:ext uri="{BB962C8B-B14F-4D97-AF65-F5344CB8AC3E}">
        <p14:creationId xmlns:p14="http://schemas.microsoft.com/office/powerpoint/2010/main" val="475823567"/>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800193" y="188976"/>
            <a:ext cx="10468008" cy="1182605"/>
          </a:xfrm>
          <a:prstGeom prst="rect">
            <a:avLst/>
          </a:prstGeom>
        </p:spPr>
        <p:txBody>
          <a:bodyPr>
            <a:normAutofit/>
          </a:bodyPr>
          <a:lstStyle>
            <a:lvl1pPr>
              <a:defRPr sz="4700">
                <a:latin typeface="Times New Roman" pitchFamily="18" charset="0"/>
                <a:cs typeface="Times New Roman" pitchFamily="18" charset="0"/>
              </a:defRPr>
            </a:lvl1pPr>
            <a:extLst/>
          </a:lstStyle>
          <a:p>
            <a:pPr eaLnBrk="1" latinLnBrk="1" hangingPunct="1"/>
            <a:r>
              <a:rPr lang="en-US"/>
              <a:t>Click to edit Master title style</a:t>
            </a:r>
            <a:endParaRPr/>
          </a:p>
        </p:txBody>
      </p:sp>
      <p:sp>
        <p:nvSpPr>
          <p:cNvPr id="9" name="Content Placeholder 8"/>
          <p:cNvSpPr>
            <a:spLocks noGrp="1"/>
          </p:cNvSpPr>
          <p:nvPr>
            <p:ph sz="quarter" idx="13"/>
          </p:nvPr>
        </p:nvSpPr>
        <p:spPr>
          <a:xfrm>
            <a:off x="324818" y="2164083"/>
            <a:ext cx="5712953" cy="5229798"/>
          </a:xfrm>
          <a:prstGeom prst="rect">
            <a:avLst/>
          </a:prstGeo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1" name="Content Placeholder 10"/>
          <p:cNvSpPr>
            <a:spLocks noGrp="1"/>
          </p:cNvSpPr>
          <p:nvPr>
            <p:ph sz="quarter" idx="14"/>
          </p:nvPr>
        </p:nvSpPr>
        <p:spPr>
          <a:xfrm>
            <a:off x="6668297" y="2164080"/>
            <a:ext cx="5732059" cy="5229800"/>
          </a:xfrm>
          <a:prstGeom prst="rect">
            <a:avLst/>
          </a:prstGeom>
        </p:spPr>
        <p:txBody>
          <a:bodyPr/>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8" name="Date Placeholder 7"/>
          <p:cNvSpPr>
            <a:spLocks noGrp="1"/>
          </p:cNvSpPr>
          <p:nvPr>
            <p:ph type="dt" sz="half" idx="15"/>
          </p:nvPr>
        </p:nvSpPr>
        <p:spPr>
          <a:xfrm>
            <a:off x="452940" y="7891534"/>
            <a:ext cx="3733800" cy="438150"/>
          </a:xfrm>
          <a:prstGeom prst="rect">
            <a:avLst/>
          </a:prstGeom>
        </p:spPr>
        <p:txBody>
          <a:bodyPr lIns="100950" tIns="50475" rIns="100950" bIns="50475" rtlCol="0"/>
          <a:lstStyle>
            <a:lvl1pPr algn="r">
              <a:defRPr sz="1900"/>
            </a:lvl1pPr>
            <a:extLst/>
          </a:lstStyle>
          <a:p>
            <a:fld id="{9546D160-4632-473C-BAF5-C078B4FF52E3}" type="datetime1">
              <a:rPr lang="en-US" smtClean="0"/>
              <a:t>5/27/2024</a:t>
            </a:fld>
            <a:endParaRPr lang="en-US"/>
          </a:p>
        </p:txBody>
      </p:sp>
      <p:sp>
        <p:nvSpPr>
          <p:cNvPr id="10" name="Slide Number Placeholder 9"/>
          <p:cNvSpPr>
            <a:spLocks noGrp="1"/>
          </p:cNvSpPr>
          <p:nvPr>
            <p:ph type="sldNum" sz="quarter" idx="16"/>
          </p:nvPr>
        </p:nvSpPr>
        <p:spPr>
          <a:xfrm>
            <a:off x="250466" y="1347765"/>
            <a:ext cx="746760" cy="496938"/>
          </a:xfrm>
          <a:prstGeom prst="rect">
            <a:avLst/>
          </a:prstGeom>
        </p:spPr>
        <p:txBody>
          <a:bodyPr lIns="100950" tIns="50475" rIns="100950" bIns="50475" rtlCol="0" anchor="b"/>
          <a:lstStyle>
            <a:lvl1pPr>
              <a:defRPr>
                <a:solidFill>
                  <a:srgbClr val="FF0000"/>
                </a:solidFill>
              </a:defRPr>
            </a:lvl1pPr>
            <a:extLst/>
          </a:lstStyle>
          <a:p>
            <a:fld id="{8F82E0A0-C266-4798-8C8F-B9F91E9DA37E}" type="slidenum">
              <a:rPr lang="en-US" smtClean="0"/>
              <a:pPr/>
              <a:t>‹#›</a:t>
            </a:fld>
            <a:endParaRPr lang="en-US" dirty="0"/>
          </a:p>
        </p:txBody>
      </p:sp>
      <p:sp>
        <p:nvSpPr>
          <p:cNvPr id="12" name="Footer Placeholder 11"/>
          <p:cNvSpPr>
            <a:spLocks noGrp="1"/>
          </p:cNvSpPr>
          <p:nvPr>
            <p:ph type="ftr" sz="quarter" idx="17"/>
          </p:nvPr>
        </p:nvSpPr>
        <p:spPr>
          <a:xfrm>
            <a:off x="4182955" y="7530061"/>
            <a:ext cx="7589517" cy="438150"/>
          </a:xfrm>
          <a:prstGeom prst="rect">
            <a:avLst/>
          </a:prstGeom>
        </p:spPr>
        <p:txBody>
          <a:bodyPr lIns="100950" tIns="50475" rIns="100950" bIns="50475" rtlCol="0"/>
          <a:lstStyle>
            <a:lvl1pPr algn="l">
              <a:defRPr sz="1900"/>
            </a:lvl1pPr>
            <a:extLst/>
          </a:lstStyle>
          <a:p>
            <a:r>
              <a:rPr lang="en-US"/>
              <a:t>SV-NCKH</a:t>
            </a:r>
            <a:endParaRPr lang="en-US" dirty="0"/>
          </a:p>
        </p:txBody>
      </p:sp>
      <p:cxnSp>
        <p:nvCxnSpPr>
          <p:cNvPr id="14" name="Straight Connector 13"/>
          <p:cNvCxnSpPr/>
          <p:nvPr userDrawn="1"/>
        </p:nvCxnSpPr>
        <p:spPr>
          <a:xfrm>
            <a:off x="1006134" y="1807012"/>
            <a:ext cx="11765019" cy="5411"/>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userDrawn="1"/>
        </p:nvCxnSpPr>
        <p:spPr>
          <a:xfrm rot="16200000" flipH="1">
            <a:off x="3573424" y="4678337"/>
            <a:ext cx="5617440" cy="14630"/>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8700462"/>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800193" y="188976"/>
            <a:ext cx="10472275" cy="1182605"/>
          </a:xfrm>
          <a:prstGeom prst="rect">
            <a:avLst/>
          </a:prstGeom>
        </p:spPr>
        <p:txBody>
          <a:bodyPr anchor="t">
            <a:normAutofit/>
          </a:bodyPr>
          <a:lstStyle>
            <a:lvl1pPr eaLnBrk="1" latinLnBrk="0" hangingPunct="1">
              <a:defRPr kumimoji="0" sz="4700"/>
            </a:lvl1pPr>
            <a:extLst/>
          </a:lstStyle>
          <a:p>
            <a:pPr eaLnBrk="1" latinLnBrk="1" hangingPunct="1"/>
            <a:r>
              <a:rPr lang="en-US"/>
              <a:t>Click to edit Master title style</a:t>
            </a:r>
            <a:endParaRPr/>
          </a:p>
        </p:txBody>
      </p:sp>
      <p:sp>
        <p:nvSpPr>
          <p:cNvPr id="11" name="Content Placeholder 10"/>
          <p:cNvSpPr>
            <a:spLocks noGrp="1"/>
          </p:cNvSpPr>
          <p:nvPr>
            <p:ph sz="quarter" idx="13"/>
          </p:nvPr>
        </p:nvSpPr>
        <p:spPr>
          <a:xfrm>
            <a:off x="400008" y="3078933"/>
            <a:ext cx="6134184" cy="4109458"/>
          </a:xfrm>
          <a:prstGeom prst="rect">
            <a:avLst/>
          </a:prstGeom>
        </p:spPr>
        <p:txBody>
          <a:bodyPr>
            <a:normAutofit/>
          </a:bodyPr>
          <a:lstStyle>
            <a:lvl1pPr>
              <a:defRPr sz="2900">
                <a:latin typeface="Tahoma" pitchFamily="34" charset="0"/>
                <a:cs typeface="Tahoma" pitchFamily="34" charset="0"/>
              </a:defRPr>
            </a:lvl1pPr>
            <a:lvl2pPr>
              <a:defRPr sz="2600">
                <a:latin typeface="Tahoma" pitchFamily="34" charset="0"/>
                <a:cs typeface="Tahoma" pitchFamily="34" charset="0"/>
              </a:defRPr>
            </a:lvl2pPr>
            <a:lvl3pPr>
              <a:defRPr sz="2400">
                <a:latin typeface="Tahoma" pitchFamily="34" charset="0"/>
                <a:cs typeface="Tahoma" pitchFamily="34" charset="0"/>
              </a:defRPr>
            </a:lvl3pPr>
            <a:lvl4pPr>
              <a:defRPr sz="2600">
                <a:latin typeface="Tahoma" pitchFamily="34" charset="0"/>
                <a:cs typeface="Tahoma" pitchFamily="34" charset="0"/>
              </a:defRPr>
            </a:lvl4pPr>
            <a:lvl5pPr>
              <a:defRPr sz="2400">
                <a:latin typeface="Tahoma" pitchFamily="34" charset="0"/>
                <a:cs typeface="Tahoma" pitchFamily="34" charset="0"/>
              </a:defRPr>
            </a:lvl5pPr>
            <a:extLst/>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3" name="Content Placeholder 12"/>
          <p:cNvSpPr>
            <a:spLocks noGrp="1"/>
          </p:cNvSpPr>
          <p:nvPr>
            <p:ph sz="quarter" idx="14"/>
          </p:nvPr>
        </p:nvSpPr>
        <p:spPr>
          <a:xfrm>
            <a:off x="6800854" y="3057100"/>
            <a:ext cx="5600739" cy="4131293"/>
          </a:xfrm>
          <a:prstGeom prst="rect">
            <a:avLst/>
          </a:prstGeom>
        </p:spPr>
        <p:txBody>
          <a:bodyPr>
            <a:normAutofit/>
          </a:bodyPr>
          <a:lstStyle>
            <a:lvl1pPr>
              <a:defRPr sz="2900">
                <a:latin typeface="Tahoma" pitchFamily="34" charset="0"/>
                <a:cs typeface="Tahoma" pitchFamily="34" charset="0"/>
              </a:defRPr>
            </a:lvl1pPr>
            <a:lvl2pPr>
              <a:defRPr sz="2600">
                <a:latin typeface="Tahoma" pitchFamily="34" charset="0"/>
                <a:cs typeface="Tahoma" pitchFamily="34" charset="0"/>
              </a:defRPr>
            </a:lvl2pPr>
            <a:lvl3pPr>
              <a:defRPr sz="2400">
                <a:latin typeface="Tahoma" pitchFamily="34" charset="0"/>
                <a:cs typeface="Tahoma" pitchFamily="34" charset="0"/>
              </a:defRPr>
            </a:lvl3pPr>
            <a:lvl4pPr>
              <a:defRPr sz="2600">
                <a:latin typeface="Tahoma" pitchFamily="34" charset="0"/>
                <a:cs typeface="Tahoma" pitchFamily="34" charset="0"/>
              </a:defRPr>
            </a:lvl4pPr>
            <a:lvl5pPr>
              <a:defRPr sz="2400">
                <a:latin typeface="Tahoma" pitchFamily="34" charset="0"/>
                <a:cs typeface="Tahoma" pitchFamily="34" charset="0"/>
              </a:defRPr>
            </a:lvl5pPr>
            <a:extLst/>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
        <p:nvSpPr>
          <p:cNvPr id="10" name="Date Placeholder 9"/>
          <p:cNvSpPr>
            <a:spLocks noGrp="1"/>
          </p:cNvSpPr>
          <p:nvPr>
            <p:ph type="dt" sz="half" idx="15"/>
          </p:nvPr>
        </p:nvSpPr>
        <p:spPr>
          <a:xfrm>
            <a:off x="452940" y="7891534"/>
            <a:ext cx="3733800" cy="438150"/>
          </a:xfrm>
          <a:prstGeom prst="rect">
            <a:avLst/>
          </a:prstGeom>
        </p:spPr>
        <p:txBody>
          <a:bodyPr lIns="100950" tIns="50475" rIns="100950" bIns="50475" rtlCol="0"/>
          <a:lstStyle>
            <a:lvl1pPr algn="r">
              <a:defRPr sz="1900"/>
            </a:lvl1pPr>
            <a:extLst/>
          </a:lstStyle>
          <a:p>
            <a:fld id="{F3F00EB8-734A-4D9E-840B-7F95AC6FC3D4}" type="datetime1">
              <a:rPr lang="en-US" smtClean="0"/>
              <a:t>5/27/2024</a:t>
            </a:fld>
            <a:endParaRPr lang="en-US"/>
          </a:p>
        </p:txBody>
      </p:sp>
      <p:sp>
        <p:nvSpPr>
          <p:cNvPr id="12" name="Slide Number Placeholder 11"/>
          <p:cNvSpPr>
            <a:spLocks noGrp="1"/>
          </p:cNvSpPr>
          <p:nvPr>
            <p:ph type="sldNum" sz="quarter" idx="16"/>
          </p:nvPr>
        </p:nvSpPr>
        <p:spPr>
          <a:xfrm>
            <a:off x="250466" y="1347765"/>
            <a:ext cx="746760" cy="496938"/>
          </a:xfrm>
          <a:prstGeom prst="rect">
            <a:avLst/>
          </a:prstGeom>
        </p:spPr>
        <p:txBody>
          <a:bodyPr lIns="100950" tIns="50475" rIns="100950" bIns="50475" rtlCol="0" anchor="b"/>
          <a:lstStyle>
            <a:lvl1pPr>
              <a:defRPr>
                <a:solidFill>
                  <a:schemeClr val="tx1"/>
                </a:solidFill>
              </a:defRPr>
            </a:lvl1pPr>
            <a:extLst/>
          </a:lstStyle>
          <a:p>
            <a:fld id="{8F82E0A0-C266-4798-8C8F-B9F91E9DA37E}" type="slidenum">
              <a:rPr lang="en-US" smtClean="0"/>
              <a:pPr/>
              <a:t>‹#›</a:t>
            </a:fld>
            <a:endParaRPr lang="en-US" dirty="0"/>
          </a:p>
        </p:txBody>
      </p:sp>
      <p:sp>
        <p:nvSpPr>
          <p:cNvPr id="14" name="Footer Placeholder 13"/>
          <p:cNvSpPr>
            <a:spLocks noGrp="1"/>
          </p:cNvSpPr>
          <p:nvPr>
            <p:ph type="ftr" sz="quarter" idx="17"/>
          </p:nvPr>
        </p:nvSpPr>
        <p:spPr>
          <a:xfrm>
            <a:off x="4182955" y="7530061"/>
            <a:ext cx="7589517" cy="438150"/>
          </a:xfrm>
          <a:prstGeom prst="rect">
            <a:avLst/>
          </a:prstGeom>
        </p:spPr>
        <p:txBody>
          <a:bodyPr lIns="100950" tIns="50475" rIns="100950" bIns="50475" rtlCol="0"/>
          <a:lstStyle>
            <a:lvl1pPr algn="l">
              <a:defRPr sz="1900"/>
            </a:lvl1pPr>
            <a:extLst/>
          </a:lstStyle>
          <a:p>
            <a:r>
              <a:rPr lang="en-US"/>
              <a:t>SV-NCKH</a:t>
            </a:r>
          </a:p>
        </p:txBody>
      </p:sp>
      <p:sp>
        <p:nvSpPr>
          <p:cNvPr id="16" name="Text Placeholder 15"/>
          <p:cNvSpPr>
            <a:spLocks noGrp="1"/>
          </p:cNvSpPr>
          <p:nvPr>
            <p:ph type="body" sz="quarter" idx="18"/>
          </p:nvPr>
        </p:nvSpPr>
        <p:spPr>
          <a:xfrm>
            <a:off x="400007" y="2090103"/>
            <a:ext cx="6134541" cy="848563"/>
          </a:xfrm>
          <a:prstGeom prst="rect">
            <a:avLst/>
          </a:prstGeom>
          <a:solidFill>
            <a:srgbClr val="0070C0"/>
          </a:solidFill>
        </p:spPr>
        <p:txBody>
          <a:bodyPr rtlCol="0" anchor="ctr">
            <a:normAutofit/>
          </a:bodyPr>
          <a:lstStyle>
            <a:lvl1pPr eaLnBrk="1" latinLnBrk="0" hangingPunct="1">
              <a:buFontTx/>
              <a:buNone/>
              <a:defRPr kumimoji="0" sz="3500" b="1">
                <a:solidFill>
                  <a:srgbClr val="FFFFFF"/>
                </a:solidFill>
                <a:latin typeface="Times New Roman" pitchFamily="18" charset="0"/>
                <a:cs typeface="Times New Roman" pitchFamily="18" charset="0"/>
              </a:defRPr>
            </a:lvl1pPr>
            <a:extLst/>
          </a:lstStyle>
          <a:p>
            <a:pPr lvl="0" eaLnBrk="1" latinLnBrk="1" hangingPunct="1"/>
            <a:r>
              <a:rPr lang="en-US"/>
              <a:t>Click to edit Master text styles</a:t>
            </a:r>
          </a:p>
        </p:txBody>
      </p:sp>
      <p:sp>
        <p:nvSpPr>
          <p:cNvPr id="15" name="Text Placeholder 14"/>
          <p:cNvSpPr>
            <a:spLocks noGrp="1"/>
          </p:cNvSpPr>
          <p:nvPr>
            <p:ph type="body" sz="quarter" idx="19"/>
          </p:nvPr>
        </p:nvSpPr>
        <p:spPr>
          <a:xfrm>
            <a:off x="6800854" y="2090103"/>
            <a:ext cx="5600739" cy="848563"/>
          </a:xfrm>
          <a:prstGeom prst="rect">
            <a:avLst/>
          </a:prstGeom>
          <a:solidFill>
            <a:schemeClr val="accent2"/>
          </a:solidFill>
        </p:spPr>
        <p:txBody>
          <a:bodyPr rtlCol="0" anchor="ctr">
            <a:normAutofit/>
          </a:bodyPr>
          <a:lstStyle>
            <a:lvl1pPr eaLnBrk="1" latinLnBrk="0" hangingPunct="1">
              <a:buFontTx/>
              <a:buNone/>
              <a:defRPr kumimoji="0" sz="3500" b="1">
                <a:solidFill>
                  <a:srgbClr val="FFFFFF"/>
                </a:solidFill>
                <a:latin typeface="Times New Roman" pitchFamily="18" charset="0"/>
                <a:cs typeface="Times New Roman" pitchFamily="18" charset="0"/>
              </a:defRPr>
            </a:lvl1pPr>
            <a:extLst/>
          </a:lstStyle>
          <a:p>
            <a:pPr lvl="0" eaLnBrk="1" latinLnBrk="1" hangingPunct="1"/>
            <a:r>
              <a:rPr lang="en-US"/>
              <a:t>Click to edit Master text styles</a:t>
            </a:r>
          </a:p>
        </p:txBody>
      </p:sp>
      <p:cxnSp>
        <p:nvCxnSpPr>
          <p:cNvPr id="19" name="Straight Connector 18"/>
          <p:cNvCxnSpPr/>
          <p:nvPr userDrawn="1"/>
        </p:nvCxnSpPr>
        <p:spPr>
          <a:xfrm>
            <a:off x="1100101" y="1828785"/>
            <a:ext cx="11701499" cy="254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p:nvPr userDrawn="1"/>
        </p:nvCxnSpPr>
        <p:spPr>
          <a:xfrm rot="16200000" flipH="1">
            <a:off x="4034379" y="4490652"/>
            <a:ext cx="5311724" cy="14629"/>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0994102"/>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702080" y="514745"/>
            <a:ext cx="9586189" cy="900666"/>
          </a:xfrm>
          <a:prstGeom prst="rect">
            <a:avLst/>
          </a:prstGeom>
        </p:spPr>
        <p:txBody>
          <a:bodyPr/>
          <a:lstStyle/>
          <a:p>
            <a:pPr eaLnBrk="1" latinLnBrk="1" hangingPunct="1"/>
            <a:r>
              <a:rPr lang="en-US"/>
              <a:t>Click to edit Master title style</a:t>
            </a:r>
            <a:endParaRPr/>
          </a:p>
        </p:txBody>
      </p:sp>
      <p:sp>
        <p:nvSpPr>
          <p:cNvPr id="3" name="Date Placeholder 2"/>
          <p:cNvSpPr>
            <a:spLocks noGrp="1"/>
          </p:cNvSpPr>
          <p:nvPr>
            <p:ph type="dt" sz="half" idx="10"/>
          </p:nvPr>
        </p:nvSpPr>
        <p:spPr>
          <a:xfrm>
            <a:off x="452940" y="7891534"/>
            <a:ext cx="3733800" cy="438150"/>
          </a:xfrm>
          <a:prstGeom prst="rect">
            <a:avLst/>
          </a:prstGeom>
        </p:spPr>
        <p:txBody>
          <a:bodyPr lIns="100950" tIns="50475" rIns="100950" bIns="50475"/>
          <a:lstStyle>
            <a:lvl1pPr algn="r">
              <a:defRPr sz="1900"/>
            </a:lvl1pPr>
            <a:extLst/>
          </a:lstStyle>
          <a:p>
            <a:fld id="{06BBA4C6-1B05-4BB1-A505-A1C952977604}" type="datetime1">
              <a:rPr lang="en-US" smtClean="0"/>
              <a:t>5/27/2024</a:t>
            </a:fld>
            <a:endParaRPr lang="en-US"/>
          </a:p>
        </p:txBody>
      </p:sp>
      <p:sp>
        <p:nvSpPr>
          <p:cNvPr id="4" name="Footer Placeholder 3"/>
          <p:cNvSpPr>
            <a:spLocks noGrp="1"/>
          </p:cNvSpPr>
          <p:nvPr>
            <p:ph type="ftr" sz="quarter" idx="11"/>
          </p:nvPr>
        </p:nvSpPr>
        <p:spPr>
          <a:xfrm>
            <a:off x="4182955" y="7530061"/>
            <a:ext cx="7589517" cy="438150"/>
          </a:xfrm>
          <a:prstGeom prst="rect">
            <a:avLst/>
          </a:prstGeom>
        </p:spPr>
        <p:txBody>
          <a:bodyPr lIns="100950" tIns="50475" rIns="100950" bIns="50475"/>
          <a:lstStyle>
            <a:lvl1pPr algn="l">
              <a:defRPr sz="1900"/>
            </a:lvl1pPr>
            <a:extLst/>
          </a:lstStyle>
          <a:p>
            <a:r>
              <a:rPr lang="en-US"/>
              <a:t>SV-NCKH</a:t>
            </a:r>
          </a:p>
        </p:txBody>
      </p:sp>
      <p:sp>
        <p:nvSpPr>
          <p:cNvPr id="5" name="Slide Number Placeholder 4"/>
          <p:cNvSpPr>
            <a:spLocks noGrp="1"/>
          </p:cNvSpPr>
          <p:nvPr>
            <p:ph type="sldNum" sz="quarter" idx="12"/>
          </p:nvPr>
        </p:nvSpPr>
        <p:spPr>
          <a:xfrm>
            <a:off x="250466" y="1347766"/>
            <a:ext cx="746760" cy="512840"/>
          </a:xfrm>
          <a:prstGeom prst="rect">
            <a:avLst/>
          </a:prstGeom>
        </p:spPr>
        <p:txBody>
          <a:bodyPr lIns="100950" tIns="50475" rIns="100950" bIns="50475" anchor="b"/>
          <a:lstStyle>
            <a:lvl1pPr eaLnBrk="1" latinLnBrk="0" hangingPunct="1">
              <a:defRPr kumimoji="0">
                <a:solidFill>
                  <a:schemeClr val="tx1"/>
                </a:solidFill>
              </a:defRPr>
            </a:lvl1pPr>
            <a:extLst/>
          </a:lstStyle>
          <a:p>
            <a:fld id="{A3F7CB7D-F184-43C7-B6FD-03D728E1BBFF}" type="slidenum">
              <a:rPr lang="en-US" smtClean="0"/>
              <a:pPr/>
              <a:t>‹#›</a:t>
            </a:fld>
            <a:endParaRPr lang="en-US" dirty="0"/>
          </a:p>
        </p:txBody>
      </p:sp>
    </p:spTree>
    <p:extLst>
      <p:ext uri="{BB962C8B-B14F-4D97-AF65-F5344CB8AC3E}">
        <p14:creationId xmlns:p14="http://schemas.microsoft.com/office/powerpoint/2010/main" val="1348728702"/>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00220" y="188976"/>
            <a:ext cx="10267980" cy="1182605"/>
          </a:xfrm>
          <a:prstGeom prst="rect">
            <a:avLst/>
          </a:prstGeom>
        </p:spPr>
        <p:txBody>
          <a:bodyPr anchor="t">
            <a:normAutofit/>
          </a:bodyPr>
          <a:lstStyle>
            <a:lvl1pPr algn="l" eaLnBrk="1" latinLnBrk="0" hangingPunct="1">
              <a:buNone/>
              <a:defRPr kumimoji="0" sz="4700" b="1">
                <a:latin typeface="Times New Roman" pitchFamily="18" charset="0"/>
                <a:cs typeface="Times New Roman" pitchFamily="18" charset="0"/>
              </a:defRPr>
            </a:lvl1pPr>
            <a:extLst/>
          </a:lstStyle>
          <a:p>
            <a:pPr eaLnBrk="1" latinLnBrk="1" hangingPunct="1"/>
            <a:r>
              <a:rPr lang="en-US"/>
              <a:t>Click to edit Master title style</a:t>
            </a:r>
            <a:endParaRPr/>
          </a:p>
        </p:txBody>
      </p:sp>
      <p:sp>
        <p:nvSpPr>
          <p:cNvPr id="5" name="Date Placeholder 4"/>
          <p:cNvSpPr>
            <a:spLocks noGrp="1"/>
          </p:cNvSpPr>
          <p:nvPr>
            <p:ph type="dt" sz="half" idx="10"/>
          </p:nvPr>
        </p:nvSpPr>
        <p:spPr>
          <a:xfrm>
            <a:off x="452940" y="7891534"/>
            <a:ext cx="3733800" cy="438150"/>
          </a:xfrm>
          <a:prstGeom prst="rect">
            <a:avLst/>
          </a:prstGeom>
        </p:spPr>
        <p:txBody>
          <a:bodyPr lIns="100950" tIns="50475" rIns="100950" bIns="50475"/>
          <a:lstStyle>
            <a:lvl1pPr algn="r">
              <a:defRPr sz="1900"/>
            </a:lvl1pPr>
            <a:extLst/>
          </a:lstStyle>
          <a:p>
            <a:fld id="{F233C32E-C145-4EA1-B66A-042F622CCEF6}" type="datetime1">
              <a:rPr lang="en-US" smtClean="0"/>
              <a:t>5/27/2024</a:t>
            </a:fld>
            <a:endParaRPr lang="en-US" dirty="0"/>
          </a:p>
        </p:txBody>
      </p:sp>
      <p:sp>
        <p:nvSpPr>
          <p:cNvPr id="6" name="Footer Placeholder 5"/>
          <p:cNvSpPr>
            <a:spLocks noGrp="1"/>
          </p:cNvSpPr>
          <p:nvPr>
            <p:ph type="ftr" sz="quarter" idx="11"/>
          </p:nvPr>
        </p:nvSpPr>
        <p:spPr>
          <a:xfrm>
            <a:off x="4182955" y="7530061"/>
            <a:ext cx="7589517" cy="438150"/>
          </a:xfrm>
          <a:prstGeom prst="rect">
            <a:avLst/>
          </a:prstGeom>
        </p:spPr>
        <p:txBody>
          <a:bodyPr lIns="100950" tIns="50475" rIns="100950" bIns="50475"/>
          <a:lstStyle>
            <a:lvl1pPr>
              <a:defRPr sz="1900"/>
            </a:lvl1pPr>
            <a:extLst/>
          </a:lstStyle>
          <a:p>
            <a:r>
              <a:rPr lang="en-US"/>
              <a:t>SV-NCKH</a:t>
            </a:r>
          </a:p>
        </p:txBody>
      </p:sp>
      <p:sp>
        <p:nvSpPr>
          <p:cNvPr id="7" name="Slide Number Placeholder 6"/>
          <p:cNvSpPr>
            <a:spLocks noGrp="1"/>
          </p:cNvSpPr>
          <p:nvPr>
            <p:ph type="sldNum" sz="quarter" idx="12"/>
          </p:nvPr>
        </p:nvSpPr>
        <p:spPr>
          <a:xfrm>
            <a:off x="250466" y="1347766"/>
            <a:ext cx="746760" cy="512840"/>
          </a:xfrm>
          <a:prstGeom prst="rect">
            <a:avLst/>
          </a:prstGeom>
        </p:spPr>
        <p:txBody>
          <a:bodyPr lIns="100950" tIns="50475" rIns="100950" bIns="50475" anchor="b"/>
          <a:lstStyle>
            <a:lvl1pPr eaLnBrk="1" latinLnBrk="0" hangingPunct="1">
              <a:defRPr kumimoji="0">
                <a:solidFill>
                  <a:schemeClr val="tx1"/>
                </a:solidFill>
                <a:latin typeface="Times New Roman" pitchFamily="18" charset="0"/>
                <a:cs typeface="Times New Roman" pitchFamily="18" charset="0"/>
              </a:defRPr>
            </a:lvl1pPr>
            <a:extLst/>
          </a:lstStyle>
          <a:p>
            <a:fld id="{A3F7CB7D-F184-43C7-B6FD-03D728E1BBFF}" type="slidenum">
              <a:rPr lang="en-US" smtClean="0"/>
              <a:pPr/>
              <a:t>‹#›</a:t>
            </a:fld>
            <a:endParaRPr lang="en-US" dirty="0"/>
          </a:p>
        </p:txBody>
      </p:sp>
      <p:sp>
        <p:nvSpPr>
          <p:cNvPr id="3" name="Text Placeholder 2"/>
          <p:cNvSpPr>
            <a:spLocks noGrp="1"/>
          </p:cNvSpPr>
          <p:nvPr>
            <p:ph type="body" idx="1"/>
          </p:nvPr>
        </p:nvSpPr>
        <p:spPr>
          <a:xfrm>
            <a:off x="351322" y="2271000"/>
            <a:ext cx="2749043" cy="4998720"/>
          </a:xfrm>
          <a:prstGeom prst="rect">
            <a:avLst/>
          </a:prstGeom>
          <a:ln/>
        </p:spPr>
        <p:style>
          <a:lnRef idx="2">
            <a:schemeClr val="accent1"/>
          </a:lnRef>
          <a:fillRef idx="1">
            <a:schemeClr val="lt1"/>
          </a:fillRef>
          <a:effectRef idx="0">
            <a:schemeClr val="accent1"/>
          </a:effectRef>
          <a:fontRef idx="none"/>
        </p:style>
        <p:txBody>
          <a:bodyPr lIns="151425" tIns="201900" rIns="151425" bIns="100950">
            <a:normAutofit/>
          </a:bodyPr>
          <a:lstStyle>
            <a:lvl1pPr marL="0" indent="0" eaLnBrk="1" latinLnBrk="0" hangingPunct="1">
              <a:spcAft>
                <a:spcPts val="1472"/>
              </a:spcAft>
              <a:buNone/>
              <a:defRPr kumimoji="0" sz="2900">
                <a:solidFill>
                  <a:schemeClr val="tx1">
                    <a:lumMod val="85000"/>
                    <a:lumOff val="15000"/>
                  </a:schemeClr>
                </a:solidFill>
                <a:latin typeface="Times New Roman" pitchFamily="18" charset="0"/>
                <a:cs typeface="Times New Roman" pitchFamily="18" charset="0"/>
              </a:defRPr>
            </a:lvl1pPr>
            <a:lvl2pPr eaLnBrk="1" latinLnBrk="0" hangingPunct="1">
              <a:buNone/>
              <a:defRPr kumimoji="0" sz="1800"/>
            </a:lvl2pPr>
            <a:lvl3pPr eaLnBrk="1" latinLnBrk="0" hangingPunct="1">
              <a:buNone/>
              <a:defRPr kumimoji="0" sz="1500"/>
            </a:lvl3pPr>
            <a:lvl4pPr eaLnBrk="1" latinLnBrk="0" hangingPunct="1">
              <a:buNone/>
              <a:defRPr kumimoji="0" sz="1300"/>
            </a:lvl4pPr>
            <a:lvl5pPr eaLnBrk="1" latinLnBrk="0" hangingPunct="1">
              <a:buNone/>
              <a:defRPr kumimoji="0" sz="1300"/>
            </a:lvl5pPr>
            <a:extLst/>
          </a:lstStyle>
          <a:p>
            <a:pPr lvl="0" eaLnBrk="1" latinLnBrk="1" hangingPunct="1"/>
            <a:r>
              <a:rPr lang="en-US"/>
              <a:t>Click to edit Master text styles</a:t>
            </a:r>
          </a:p>
        </p:txBody>
      </p:sp>
      <p:sp>
        <p:nvSpPr>
          <p:cNvPr id="9" name="Content Placeholder 8"/>
          <p:cNvSpPr>
            <a:spLocks noGrp="1"/>
          </p:cNvSpPr>
          <p:nvPr>
            <p:ph sz="quarter" idx="13"/>
          </p:nvPr>
        </p:nvSpPr>
        <p:spPr>
          <a:xfrm>
            <a:off x="3200379" y="2286000"/>
            <a:ext cx="9201214" cy="5120640"/>
          </a:xfrm>
          <a:prstGeom prst="rect">
            <a:avLst/>
          </a:prstGeom>
        </p:spPr>
        <p:txBody>
          <a:bodyPr/>
          <a:lstStyle>
            <a:lvl1pPr>
              <a:defRPr>
                <a:latin typeface="Times New Roman" pitchFamily="18" charset="0"/>
                <a:cs typeface="Times New Roman" pitchFamily="18" charset="0"/>
              </a:defRPr>
            </a:lvl1pPr>
            <a:lvl2pPr>
              <a:defRPr>
                <a:latin typeface="Times New Roman" pitchFamily="18" charset="0"/>
                <a:cs typeface="Times New Roman" pitchFamily="18" charset="0"/>
              </a:defRPr>
            </a:lvl2pPr>
            <a:lvl3pPr>
              <a:defRPr>
                <a:latin typeface="Times New Roman" pitchFamily="18" charset="0"/>
                <a:cs typeface="Times New Roman" pitchFamily="18" charset="0"/>
              </a:defRPr>
            </a:lvl3pPr>
            <a:lvl4pPr>
              <a:defRPr>
                <a:latin typeface="Times New Roman" pitchFamily="18" charset="0"/>
                <a:cs typeface="Times New Roman" pitchFamily="18" charset="0"/>
              </a:defRPr>
            </a:lvl4pPr>
            <a:lvl5pPr>
              <a:defRPr>
                <a:latin typeface="Times New Roman" pitchFamily="18" charset="0"/>
                <a:cs typeface="Times New Roman" pitchFamily="18" charset="0"/>
              </a:defRPr>
            </a:lvl5pPr>
            <a:extLst/>
          </a:lstStyle>
          <a:p>
            <a:pPr lvl="0" eaLnBrk="1" latinLnBrk="1" hangingPunct="1"/>
            <a:r>
              <a:rPr lang="en-US"/>
              <a:t>Click to edit Master text styles</a:t>
            </a:r>
          </a:p>
          <a:p>
            <a:pPr lvl="1" eaLnBrk="1" latinLnBrk="1" hangingPunct="1"/>
            <a:r>
              <a:rPr lang="en-US"/>
              <a:t>Second level</a:t>
            </a:r>
          </a:p>
          <a:p>
            <a:pPr lvl="2" eaLnBrk="1" latinLnBrk="1" hangingPunct="1"/>
            <a:r>
              <a:rPr lang="en-US"/>
              <a:t>Third level</a:t>
            </a:r>
          </a:p>
          <a:p>
            <a:pPr lvl="3" eaLnBrk="1" latinLnBrk="1" hangingPunct="1"/>
            <a:r>
              <a:rPr lang="en-US"/>
              <a:t>Fourth level</a:t>
            </a:r>
          </a:p>
          <a:p>
            <a:pPr lvl="4" eaLnBrk="1" latinLnBrk="1" hangingPunct="1"/>
            <a:r>
              <a:rPr lang="en-US"/>
              <a:t>Fifth level</a:t>
            </a:r>
            <a:endParaRPr/>
          </a:p>
        </p:txBody>
      </p:sp>
    </p:spTree>
    <p:extLst>
      <p:ext uri="{BB962C8B-B14F-4D97-AF65-F5344CB8AC3E}">
        <p14:creationId xmlns:p14="http://schemas.microsoft.com/office/powerpoint/2010/main" val="276976569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2180736" y="-1"/>
            <a:ext cx="10620864" cy="7594601"/>
          </a:xfrm>
          <a:solidFill>
            <a:schemeClr val="tx2">
              <a:shade val="50000"/>
            </a:schemeClr>
          </a:solidFill>
          <a:ln>
            <a:noFill/>
          </a:ln>
        </p:spPr>
        <p:txBody>
          <a:bodyPr>
            <a:normAutofit/>
          </a:bodyPr>
          <a:lstStyle>
            <a:lvl1pPr eaLnBrk="1" latinLnBrk="0" hangingPunct="1">
              <a:buNone/>
              <a:defRPr kumimoji="0" sz="3500"/>
            </a:lvl1pPr>
            <a:extLst/>
          </a:lstStyle>
          <a:p>
            <a:r>
              <a:rPr kumimoji="0" lang="en-US"/>
              <a:t>Click icon to add picture</a:t>
            </a:r>
            <a:endParaRPr kumimoji="0" lang="en-US" dirty="0"/>
          </a:p>
        </p:txBody>
      </p:sp>
      <p:sp>
        <p:nvSpPr>
          <p:cNvPr id="11" name="Rectangle 10"/>
          <p:cNvSpPr/>
          <p:nvPr/>
        </p:nvSpPr>
        <p:spPr>
          <a:xfrm>
            <a:off x="2026920" y="0"/>
            <a:ext cx="140818" cy="824057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Tree>
    <p:extLst>
      <p:ext uri="{BB962C8B-B14F-4D97-AF65-F5344CB8AC3E}">
        <p14:creationId xmlns:p14="http://schemas.microsoft.com/office/powerpoint/2010/main" val="1964085922"/>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Chart and Picture">
    <p:spTree>
      <p:nvGrpSpPr>
        <p:cNvPr id="1" name=""/>
        <p:cNvGrpSpPr/>
        <p:nvPr/>
      </p:nvGrpSpPr>
      <p:grpSpPr>
        <a:xfrm>
          <a:off x="0" y="0"/>
          <a:ext cx="0" cy="0"/>
          <a:chOff x="0" y="0"/>
          <a:chExt cx="0" cy="0"/>
        </a:xfrm>
      </p:grpSpPr>
      <p:sp>
        <p:nvSpPr>
          <p:cNvPr id="4" name="Text Placeholder 3"/>
          <p:cNvSpPr>
            <a:spLocks noGrp="1"/>
          </p:cNvSpPr>
          <p:nvPr>
            <p:ph type="body" sz="half" idx="2"/>
          </p:nvPr>
        </p:nvSpPr>
        <p:spPr>
          <a:xfrm>
            <a:off x="2240280" y="6583680"/>
            <a:ext cx="10241280" cy="1303046"/>
          </a:xfrm>
          <a:prstGeom prst="rect">
            <a:avLst/>
          </a:prstGeom>
        </p:spPr>
        <p:txBody>
          <a:bodyPr>
            <a:normAutofit/>
          </a:bodyPr>
          <a:lstStyle>
            <a:lvl1pPr marL="0" indent="0" eaLnBrk="1" latinLnBrk="0" hangingPunct="1">
              <a:buFontTx/>
              <a:buNone/>
              <a:defRPr kumimoji="0" sz="2900">
                <a:solidFill>
                  <a:schemeClr val="bg1"/>
                </a:solidFill>
                <a:latin typeface="Arial" pitchFamily="34" charset="0"/>
                <a:cs typeface="Arial" pitchFamily="34" charset="0"/>
              </a:defRPr>
            </a:lvl1pPr>
            <a:lvl2pPr eaLnBrk="1" latinLnBrk="0" hangingPunct="1">
              <a:buFontTx/>
              <a:buNone/>
              <a:defRPr kumimoji="0" sz="1800"/>
            </a:lvl2pPr>
            <a:lvl3pPr eaLnBrk="1" latinLnBrk="0" hangingPunct="1">
              <a:buFontTx/>
              <a:buNone/>
              <a:defRPr kumimoji="0" sz="1500"/>
            </a:lvl3pPr>
            <a:lvl4pPr eaLnBrk="1" latinLnBrk="0" hangingPunct="1">
              <a:buFontTx/>
              <a:buNone/>
              <a:defRPr kumimoji="0" sz="1300"/>
            </a:lvl4pPr>
            <a:lvl5pPr eaLnBrk="1" latinLnBrk="0" hangingPunct="1">
              <a:buFontTx/>
              <a:buNone/>
              <a:defRPr kumimoji="0" sz="1300"/>
            </a:lvl5pPr>
            <a:extLst/>
          </a:lstStyle>
          <a:p>
            <a:pPr lvl="0" eaLnBrk="1" latinLnBrk="1" hangingPunct="1"/>
            <a:r>
              <a:rPr lang="en-US"/>
              <a:t>Click to edit Master text styles</a:t>
            </a:r>
          </a:p>
        </p:txBody>
      </p:sp>
      <p:sp>
        <p:nvSpPr>
          <p:cNvPr id="8" name="Rectangle 7"/>
          <p:cNvSpPr/>
          <p:nvPr/>
        </p:nvSpPr>
        <p:spPr>
          <a:xfrm>
            <a:off x="-12802" y="5486400"/>
            <a:ext cx="12801600" cy="106436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Rectangle 8"/>
          <p:cNvSpPr/>
          <p:nvPr userDrawn="1"/>
        </p:nvSpPr>
        <p:spPr>
          <a:xfrm>
            <a:off x="0" y="5596128"/>
            <a:ext cx="2035454" cy="85587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2" name="Title 1"/>
          <p:cNvSpPr>
            <a:spLocks noGrp="1"/>
          </p:cNvSpPr>
          <p:nvPr>
            <p:ph type="title"/>
          </p:nvPr>
        </p:nvSpPr>
        <p:spPr>
          <a:xfrm>
            <a:off x="2200246" y="5600711"/>
            <a:ext cx="10241280" cy="731520"/>
          </a:xfrm>
          <a:prstGeom prst="rect">
            <a:avLst/>
          </a:prstGeom>
        </p:spPr>
        <p:txBody>
          <a:bodyPr anchor="ctr">
            <a:normAutofit/>
          </a:bodyPr>
          <a:lstStyle>
            <a:lvl1pPr algn="ctr" eaLnBrk="1" latinLnBrk="0" hangingPunct="1">
              <a:buNone/>
              <a:defRPr kumimoji="0" sz="3500" b="1">
                <a:solidFill>
                  <a:schemeClr val="bg1"/>
                </a:solidFill>
                <a:effectLst/>
                <a:latin typeface="Times New Roman" pitchFamily="18" charset="0"/>
                <a:cs typeface="Times New Roman" pitchFamily="18" charset="0"/>
              </a:defRPr>
            </a:lvl1pPr>
            <a:extLst/>
          </a:lstStyle>
          <a:p>
            <a:pPr eaLnBrk="1" latinLnBrk="1" hangingPunct="1"/>
            <a:r>
              <a:rPr lang="en-US"/>
              <a:t>Click to edit Master title style</a:t>
            </a:r>
            <a:endParaRPr/>
          </a:p>
        </p:txBody>
      </p:sp>
      <p:sp>
        <p:nvSpPr>
          <p:cNvPr id="11" name="Rectangle 10"/>
          <p:cNvSpPr/>
          <p:nvPr/>
        </p:nvSpPr>
        <p:spPr>
          <a:xfrm>
            <a:off x="2026920" y="0"/>
            <a:ext cx="140818" cy="824057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13" name="Slide Number Placeholder 12"/>
          <p:cNvSpPr>
            <a:spLocks noGrp="1"/>
          </p:cNvSpPr>
          <p:nvPr>
            <p:ph type="sldNum" sz="quarter" idx="11"/>
          </p:nvPr>
        </p:nvSpPr>
        <p:spPr>
          <a:xfrm>
            <a:off x="0" y="5600699"/>
            <a:ext cx="2026920" cy="796295"/>
          </a:xfrm>
          <a:prstGeom prst="rect">
            <a:avLst/>
          </a:prstGeom>
        </p:spPr>
        <p:txBody>
          <a:bodyPr lIns="100950" tIns="50475" rIns="100950" bIns="50475" rtlCol="0"/>
          <a:lstStyle>
            <a:lvl1pPr eaLnBrk="1" latinLnBrk="0" hangingPunct="1">
              <a:defRPr kumimoji="0" sz="4100"/>
            </a:lvl1pPr>
            <a:extLst/>
          </a:lstStyle>
          <a:p>
            <a:pPr algn="ctr"/>
            <a:fld id="{8F82E0A0-C266-4798-8C8F-B9F91E9DA37E}" type="slidenum">
              <a:rPr kumimoji="0" lang="en-US" sz="4100" b="1" smtClean="0">
                <a:solidFill>
                  <a:srgbClr val="FFFFFF"/>
                </a:solidFill>
              </a:rPr>
              <a:pPr algn="ctr"/>
              <a:t>‹#›</a:t>
            </a:fld>
            <a:endParaRPr kumimoji="0" lang="en-US" sz="4100" dirty="0"/>
          </a:p>
        </p:txBody>
      </p:sp>
      <p:sp>
        <p:nvSpPr>
          <p:cNvPr id="17" name="Content Placeholder 16"/>
          <p:cNvSpPr>
            <a:spLocks noGrp="1"/>
          </p:cNvSpPr>
          <p:nvPr>
            <p:ph sz="quarter" idx="13"/>
          </p:nvPr>
        </p:nvSpPr>
        <p:spPr>
          <a:xfrm>
            <a:off x="2200276" y="2"/>
            <a:ext cx="10601325" cy="5372101"/>
          </a:xfrm>
          <a:prstGeom prst="rect">
            <a:avLst/>
          </a:prstGeom>
        </p:spPr>
        <p:txBody>
          <a:bodyPr/>
          <a:lstStyle/>
          <a:p>
            <a:pPr lvl="0"/>
            <a:r>
              <a:rPr lang="en-US"/>
              <a:t>Click to edit Master text styles</a:t>
            </a:r>
          </a:p>
        </p:txBody>
      </p:sp>
      <p:pic>
        <p:nvPicPr>
          <p:cNvPr id="15" name="Picture 14" descr="Logo_Truong_clear.jpg"/>
          <p:cNvPicPr>
            <a:picLocks noChangeAspect="1"/>
          </p:cNvPicPr>
          <p:nvPr userDrawn="1"/>
        </p:nvPicPr>
        <p:blipFill>
          <a:blip r:embed="rId2"/>
          <a:stretch>
            <a:fillRect/>
          </a:stretch>
        </p:blipFill>
        <p:spPr>
          <a:xfrm>
            <a:off x="-38214" y="6515117"/>
            <a:ext cx="2038433" cy="1714483"/>
          </a:xfrm>
          <a:prstGeom prst="rect">
            <a:avLst/>
          </a:prstGeom>
        </p:spPr>
      </p:pic>
    </p:spTree>
    <p:extLst>
      <p:ext uri="{BB962C8B-B14F-4D97-AF65-F5344CB8AC3E}">
        <p14:creationId xmlns:p14="http://schemas.microsoft.com/office/powerpoint/2010/main" val="2259231722"/>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1346836"/>
            <a:ext cx="9601200" cy="2865120"/>
          </a:xfrm>
          <a:prstGeom prst="rect">
            <a:avLst/>
          </a:prstGeom>
        </p:spPr>
        <p:txBody>
          <a:bodyPr anchor="b"/>
          <a:lstStyle>
            <a:lvl1pPr algn="ctr">
              <a:defRPr sz="6600"/>
            </a:lvl1pPr>
          </a:lstStyle>
          <a:p>
            <a:r>
              <a:rPr lang="en-US"/>
              <a:t>Click to edit Master title style</a:t>
            </a:r>
          </a:p>
        </p:txBody>
      </p:sp>
      <p:sp>
        <p:nvSpPr>
          <p:cNvPr id="3" name="Subtitle 2"/>
          <p:cNvSpPr>
            <a:spLocks noGrp="1"/>
          </p:cNvSpPr>
          <p:nvPr>
            <p:ph type="subTitle" idx="1"/>
          </p:nvPr>
        </p:nvSpPr>
        <p:spPr>
          <a:xfrm>
            <a:off x="1600200" y="4322446"/>
            <a:ext cx="9601200" cy="1986914"/>
          </a:xfrm>
          <a:prstGeom prst="rect">
            <a:avLst/>
          </a:prstGeom>
        </p:spPr>
        <p:txBody>
          <a:bodyPr/>
          <a:lstStyle>
            <a:lvl1pPr marL="0" indent="0" algn="ctr">
              <a:buNone/>
              <a:defRPr sz="2600"/>
            </a:lvl1pPr>
            <a:lvl2pPr marL="504749" indent="0" algn="ctr">
              <a:buNone/>
              <a:defRPr sz="2200"/>
            </a:lvl2pPr>
            <a:lvl3pPr marL="1009498" indent="0" algn="ctr">
              <a:buNone/>
              <a:defRPr sz="2000"/>
            </a:lvl3pPr>
            <a:lvl4pPr marL="1514246" indent="0" algn="ctr">
              <a:buNone/>
              <a:defRPr sz="1800"/>
            </a:lvl4pPr>
            <a:lvl5pPr marL="2018995" indent="0" algn="ctr">
              <a:buNone/>
              <a:defRPr sz="1800"/>
            </a:lvl5pPr>
            <a:lvl6pPr marL="2523744" indent="0" algn="ctr">
              <a:buNone/>
              <a:defRPr sz="1800"/>
            </a:lvl6pPr>
            <a:lvl7pPr marL="3028493" indent="0" algn="ctr">
              <a:buNone/>
              <a:defRPr sz="1800"/>
            </a:lvl7pPr>
            <a:lvl8pPr marL="3533242" indent="0" algn="ctr">
              <a:buNone/>
              <a:defRPr sz="1800"/>
            </a:lvl8pPr>
            <a:lvl9pPr marL="4037990" indent="0" algn="ctr">
              <a:buNone/>
              <a:defRPr sz="1800"/>
            </a:lvl9pPr>
          </a:lstStyle>
          <a:p>
            <a:r>
              <a:rPr lang="en-US"/>
              <a:t>Click to edit Master subtitle style</a:t>
            </a:r>
          </a:p>
        </p:txBody>
      </p:sp>
      <p:sp>
        <p:nvSpPr>
          <p:cNvPr id="4" name="Date Placeholder 3"/>
          <p:cNvSpPr>
            <a:spLocks noGrp="1"/>
          </p:cNvSpPr>
          <p:nvPr>
            <p:ph type="dt" sz="half" idx="10"/>
          </p:nvPr>
        </p:nvSpPr>
        <p:spPr>
          <a:xfrm>
            <a:off x="452940" y="7891534"/>
            <a:ext cx="3733800" cy="438150"/>
          </a:xfrm>
          <a:prstGeom prst="rect">
            <a:avLst/>
          </a:prstGeom>
        </p:spPr>
        <p:txBody>
          <a:bodyPr lIns="100950" tIns="50475" rIns="100950" bIns="50475"/>
          <a:lstStyle/>
          <a:p>
            <a:fld id="{555D8B68-8706-44C9-8E0A-CC327596D1D0}" type="datetime1">
              <a:rPr lang="en-US" smtClean="0"/>
              <a:t>5/27/2024</a:t>
            </a:fld>
            <a:endParaRPr lang="en-US"/>
          </a:p>
        </p:txBody>
      </p:sp>
      <p:sp>
        <p:nvSpPr>
          <p:cNvPr id="5" name="Footer Placeholder 4"/>
          <p:cNvSpPr>
            <a:spLocks noGrp="1"/>
          </p:cNvSpPr>
          <p:nvPr>
            <p:ph type="ftr" sz="quarter" idx="11"/>
          </p:nvPr>
        </p:nvSpPr>
        <p:spPr/>
        <p:txBody>
          <a:bodyPr lIns="100950" tIns="50475" rIns="100950" bIns="50475"/>
          <a:lstStyle/>
          <a:p>
            <a:r>
              <a:rPr lang="en-US"/>
              <a:t>SV-NCKH</a:t>
            </a:r>
          </a:p>
        </p:txBody>
      </p:sp>
      <p:sp>
        <p:nvSpPr>
          <p:cNvPr id="6" name="Slide Number Placeholder 5"/>
          <p:cNvSpPr>
            <a:spLocks noGrp="1"/>
          </p:cNvSpPr>
          <p:nvPr>
            <p:ph type="sldNum" sz="quarter" idx="12"/>
          </p:nvPr>
        </p:nvSpPr>
        <p:spPr/>
        <p:txBody>
          <a:bodyPr lIns="100950" tIns="50475" rIns="100950" bIns="50475"/>
          <a:lstStyle/>
          <a:p>
            <a:fld id="{49128196-762C-46B9-9676-B1B79A56CFD2}" type="slidenum">
              <a:rPr lang="en-US" smtClean="0"/>
              <a:t>‹#›</a:t>
            </a:fld>
            <a:endParaRPr lang="en-US"/>
          </a:p>
        </p:txBody>
      </p:sp>
    </p:spTree>
    <p:extLst>
      <p:ext uri="{BB962C8B-B14F-4D97-AF65-F5344CB8AC3E}">
        <p14:creationId xmlns:p14="http://schemas.microsoft.com/office/powerpoint/2010/main" val="1598275219"/>
      </p:ext>
    </p:extLst>
  </p:cSld>
  <p:clrMapOvr>
    <a:masterClrMapping/>
  </p:clrMapOvr>
  <p:transition spd="slow">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sp>
        <p:nvSpPr>
          <p:cNvPr id="2" name="Rectangle 1"/>
          <p:cNvSpPr/>
          <p:nvPr userDrawn="1"/>
        </p:nvSpPr>
        <p:spPr>
          <a:xfrm>
            <a:off x="0" y="0"/>
            <a:ext cx="12801600" cy="8229600"/>
          </a:xfrm>
          <a:prstGeom prst="rect">
            <a:avLst/>
          </a:prstGeom>
          <a:solidFill>
            <a:schemeClr val="bg2"/>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endParaRPr lang="en-US" sz="1000"/>
          </a:p>
        </p:txBody>
      </p:sp>
    </p:spTree>
    <p:extLst>
      <p:ext uri="{BB962C8B-B14F-4D97-AF65-F5344CB8AC3E}">
        <p14:creationId xmlns:p14="http://schemas.microsoft.com/office/powerpoint/2010/main" val="640054997"/>
      </p:ext>
    </p:extLst>
  </p:cSld>
  <p:clrMapOvr>
    <a:masterClrMapping/>
  </p:clrMapOvr>
  <p:transition spd="slow">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702080" y="514745"/>
            <a:ext cx="9586189" cy="900666"/>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300686" y="2070712"/>
            <a:ext cx="12209288" cy="5294390"/>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80110" y="7627621"/>
            <a:ext cx="2880360" cy="438150"/>
          </a:xfrm>
          <a:prstGeom prst="rect">
            <a:avLst/>
          </a:prstGeom>
        </p:spPr>
        <p:txBody>
          <a:bodyPr lIns="100950" tIns="50475" rIns="100950" bIns="50475"/>
          <a:lstStyle/>
          <a:p>
            <a:fld id="{95625DBC-AF7E-4312-A48C-9A095ECF31CD}" type="datetime1">
              <a:rPr lang="en-US" smtClean="0"/>
              <a:t>5/27/2024</a:t>
            </a:fld>
            <a:endParaRPr lang="en-US"/>
          </a:p>
        </p:txBody>
      </p:sp>
      <p:sp>
        <p:nvSpPr>
          <p:cNvPr id="5" name="Footer Placeholder 4"/>
          <p:cNvSpPr>
            <a:spLocks noGrp="1"/>
          </p:cNvSpPr>
          <p:nvPr>
            <p:ph type="ftr" sz="quarter" idx="11"/>
          </p:nvPr>
        </p:nvSpPr>
        <p:spPr>
          <a:xfrm>
            <a:off x="4240530" y="7627621"/>
            <a:ext cx="4320540" cy="438150"/>
          </a:xfrm>
          <a:prstGeom prst="rect">
            <a:avLst/>
          </a:prstGeom>
        </p:spPr>
        <p:txBody>
          <a:bodyPr lIns="100950" tIns="50475" rIns="100950" bIns="50475"/>
          <a:lstStyle/>
          <a:p>
            <a:r>
              <a:rPr lang="en-US"/>
              <a:t>SV-NCKH</a:t>
            </a:r>
          </a:p>
        </p:txBody>
      </p:sp>
      <p:sp>
        <p:nvSpPr>
          <p:cNvPr id="6" name="Slide Number Placeholder 5"/>
          <p:cNvSpPr>
            <a:spLocks noGrp="1"/>
          </p:cNvSpPr>
          <p:nvPr>
            <p:ph type="sldNum" sz="quarter" idx="12"/>
          </p:nvPr>
        </p:nvSpPr>
        <p:spPr>
          <a:xfrm>
            <a:off x="9041130" y="7627621"/>
            <a:ext cx="2880360" cy="438150"/>
          </a:xfrm>
          <a:prstGeom prst="rect">
            <a:avLst/>
          </a:prstGeom>
        </p:spPr>
        <p:txBody>
          <a:bodyPr lIns="100950" tIns="50475" rIns="100950" bIns="50475"/>
          <a:lstStyle/>
          <a:p>
            <a:fld id="{DEB183CF-D45B-4AA4-AC23-C645DD8CF417}" type="slidenum">
              <a:rPr lang="en-US" smtClean="0"/>
              <a:t>‹#›</a:t>
            </a:fld>
            <a:endParaRPr lang="en-US"/>
          </a:p>
        </p:txBody>
      </p:sp>
    </p:spTree>
    <p:extLst>
      <p:ext uri="{BB962C8B-B14F-4D97-AF65-F5344CB8AC3E}">
        <p14:creationId xmlns:p14="http://schemas.microsoft.com/office/powerpoint/2010/main" val="2309395456"/>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3" name="Text Placeholder 12"/>
          <p:cNvSpPr>
            <a:spLocks noGrp="1"/>
          </p:cNvSpPr>
          <p:nvPr>
            <p:ph type="body" idx="1"/>
          </p:nvPr>
        </p:nvSpPr>
        <p:spPr>
          <a:xfrm>
            <a:off x="300686" y="2070712"/>
            <a:ext cx="12209288" cy="5294390"/>
          </a:xfrm>
          <a:prstGeom prst="rect">
            <a:avLst/>
          </a:prstGeom>
        </p:spPr>
        <p:txBody>
          <a:bodyPr vert="horz" lIns="100950" tIns="50475" rIns="100950" bIns="50475">
            <a:normAutofit/>
          </a:bodyPr>
          <a:lstStyle/>
          <a:p>
            <a:pPr lvl="0" eaLnBrk="1" latinLnBrk="1" hangingPunct="1"/>
            <a:r>
              <a:rPr kumimoji="0" lang="en-US" dirty="0"/>
              <a:t>Click to edit Master text styles</a:t>
            </a:r>
          </a:p>
          <a:p>
            <a:pPr lvl="1" eaLnBrk="1" latinLnBrk="1" hangingPunct="1"/>
            <a:r>
              <a:rPr kumimoji="0" lang="en-US" dirty="0"/>
              <a:t>Second level</a:t>
            </a:r>
          </a:p>
          <a:p>
            <a:pPr lvl="2" eaLnBrk="1" latinLnBrk="1" hangingPunct="1"/>
            <a:r>
              <a:rPr kumimoji="0" lang="en-US" dirty="0"/>
              <a:t>Third level</a:t>
            </a:r>
          </a:p>
        </p:txBody>
      </p:sp>
      <p:sp>
        <p:nvSpPr>
          <p:cNvPr id="7" name="Rectangle 6"/>
          <p:cNvSpPr/>
          <p:nvPr/>
        </p:nvSpPr>
        <p:spPr>
          <a:xfrm>
            <a:off x="0" y="1752272"/>
            <a:ext cx="12801600" cy="38404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8" name="Rectangle 7"/>
          <p:cNvSpPr/>
          <p:nvPr/>
        </p:nvSpPr>
        <p:spPr>
          <a:xfrm>
            <a:off x="267901" y="1772365"/>
            <a:ext cx="746760" cy="27432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9" name="Rectangle 8"/>
          <p:cNvSpPr/>
          <p:nvPr/>
        </p:nvSpPr>
        <p:spPr>
          <a:xfrm>
            <a:off x="1000087" y="1555473"/>
            <a:ext cx="11812818" cy="235114"/>
          </a:xfrm>
          <a:prstGeom prst="rect">
            <a:avLst/>
          </a:prstGeom>
          <a:solidFill>
            <a:srgbClr val="0070C0"/>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lIns="100950" tIns="50475" rIns="100950" bIns="50475" anchor="ctr"/>
          <a:lstStyle/>
          <a:p>
            <a:pPr algn="ctr"/>
            <a:endParaRPr kumimoji="0" lang="en-US" sz="2600"/>
          </a:p>
        </p:txBody>
      </p:sp>
      <p:sp>
        <p:nvSpPr>
          <p:cNvPr id="22" name="Title Placeholder 21"/>
          <p:cNvSpPr>
            <a:spLocks noGrp="1"/>
          </p:cNvSpPr>
          <p:nvPr>
            <p:ph type="title"/>
          </p:nvPr>
        </p:nvSpPr>
        <p:spPr>
          <a:xfrm>
            <a:off x="1702080" y="514745"/>
            <a:ext cx="9586189" cy="900666"/>
          </a:xfrm>
          <a:prstGeom prst="rect">
            <a:avLst/>
          </a:prstGeom>
        </p:spPr>
        <p:txBody>
          <a:bodyPr vert="horz" lIns="100950" tIns="50475" rIns="100950" bIns="50475" anchor="t">
            <a:normAutofit/>
          </a:bodyPr>
          <a:lstStyle/>
          <a:p>
            <a:pPr eaLnBrk="1" latinLnBrk="1" hangingPunct="1"/>
            <a:r>
              <a:rPr kumimoji="0" lang="en-US" dirty="0"/>
              <a:t>Click to edit Master title style</a:t>
            </a:r>
          </a:p>
        </p:txBody>
      </p:sp>
      <p:sp>
        <p:nvSpPr>
          <p:cNvPr id="3" name="Oval 2"/>
          <p:cNvSpPr/>
          <p:nvPr userDrawn="1"/>
        </p:nvSpPr>
        <p:spPr>
          <a:xfrm>
            <a:off x="12292678" y="7645226"/>
            <a:ext cx="434591" cy="475488"/>
          </a:xfrm>
          <a:prstGeom prst="ellipse">
            <a:avLst/>
          </a:prstGeom>
          <a:solidFill>
            <a:srgbClr val="FFFF00"/>
          </a:solidFill>
          <a:ln>
            <a:solidFill>
              <a:schemeClr val="accent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lIns="100950" tIns="50475" rIns="100950" bIns="50475" rtlCol="0" anchor="ctr"/>
          <a:lstStyle/>
          <a:p>
            <a:pPr algn="ctr"/>
            <a:endParaRPr lang="en-US"/>
          </a:p>
        </p:txBody>
      </p:sp>
      <p:sp>
        <p:nvSpPr>
          <p:cNvPr id="2" name="Rectangle 1"/>
          <p:cNvSpPr/>
          <p:nvPr userDrawn="1"/>
        </p:nvSpPr>
        <p:spPr>
          <a:xfrm>
            <a:off x="12283003" y="7700933"/>
            <a:ext cx="453941" cy="348157"/>
          </a:xfrm>
          <a:prstGeom prst="rect">
            <a:avLst/>
          </a:prstGeom>
        </p:spPr>
        <p:txBody>
          <a:bodyPr wrap="none" lIns="100950" tIns="50475" rIns="100950" bIns="50475">
            <a:spAutoFit/>
          </a:bodyPr>
          <a:lstStyle/>
          <a:p>
            <a:pPr algn="ctr"/>
            <a:fld id="{8F82E0A0-C266-4798-8C8F-B9F91E9DA37E}" type="slidenum">
              <a:rPr lang="en-US" sz="1600" b="1" smtClean="0">
                <a:solidFill>
                  <a:srgbClr val="C00000"/>
                </a:solidFill>
              </a:rPr>
              <a:pPr algn="ctr"/>
              <a:t>‹#›</a:t>
            </a:fld>
            <a:endParaRPr lang="en-US" sz="1600" b="1" dirty="0">
              <a:solidFill>
                <a:srgbClr val="C00000"/>
              </a:solidFill>
            </a:endParaRPr>
          </a:p>
        </p:txBody>
      </p:sp>
      <p:sp>
        <p:nvSpPr>
          <p:cNvPr id="5" name="AutoShape 4" descr="Sinh viên Khoa Điện tử - HaUI - Home | Facebook"/>
          <p:cNvSpPr>
            <a:spLocks noChangeAspect="1" noChangeArrowheads="1"/>
          </p:cNvSpPr>
          <p:nvPr userDrawn="1"/>
        </p:nvSpPr>
        <p:spPr bwMode="auto">
          <a:xfrm>
            <a:off x="163354" y="-173355"/>
            <a:ext cx="32004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950" tIns="50475" rIns="100950" bIns="50475" numCol="1" anchor="t" anchorCtr="0" compatLnSpc="1">
            <a:prstTxWarp prst="textNoShape">
              <a:avLst/>
            </a:prstTxWarp>
          </a:bodyPr>
          <a:lstStyle/>
          <a:p>
            <a:endParaRPr lang="en-US"/>
          </a:p>
        </p:txBody>
      </p:sp>
      <p:sp>
        <p:nvSpPr>
          <p:cNvPr id="10" name="AutoShape 6" descr="Phòng Công tác Sinh viên - Home | Facebook"/>
          <p:cNvSpPr>
            <a:spLocks noChangeAspect="1" noChangeArrowheads="1"/>
          </p:cNvSpPr>
          <p:nvPr userDrawn="1"/>
        </p:nvSpPr>
        <p:spPr bwMode="auto">
          <a:xfrm>
            <a:off x="323374" y="9525"/>
            <a:ext cx="320040" cy="36576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00950" tIns="50475" rIns="100950" bIns="50475" numCol="1" anchor="t" anchorCtr="0" compatLnSpc="1">
            <a:prstTxWarp prst="textNoShape">
              <a:avLst/>
            </a:prstTxWarp>
          </a:bodyPr>
          <a:lstStyle/>
          <a:p>
            <a:endParaRPr lang="en-US"/>
          </a:p>
        </p:txBody>
      </p:sp>
      <p:pic>
        <p:nvPicPr>
          <p:cNvPr id="12" name="Picture 11"/>
          <p:cNvPicPr>
            <a:picLocks noChangeAspect="1"/>
          </p:cNvPicPr>
          <p:nvPr userDrawn="1"/>
        </p:nvPicPr>
        <p:blipFill>
          <a:blip r:embed="rId15"/>
          <a:stretch>
            <a:fillRect/>
          </a:stretch>
        </p:blipFill>
        <p:spPr>
          <a:xfrm>
            <a:off x="218386" y="137223"/>
            <a:ext cx="1201506" cy="1264667"/>
          </a:xfrm>
          <a:prstGeom prst="rect">
            <a:avLst/>
          </a:prstGeom>
        </p:spPr>
      </p:pic>
      <p:pic>
        <p:nvPicPr>
          <p:cNvPr id="4" name="Picture 3"/>
          <p:cNvPicPr>
            <a:picLocks noChangeAspect="1"/>
          </p:cNvPicPr>
          <p:nvPr userDrawn="1"/>
        </p:nvPicPr>
        <p:blipFill>
          <a:blip r:embed="rId16"/>
          <a:stretch>
            <a:fillRect/>
          </a:stretch>
        </p:blipFill>
        <p:spPr>
          <a:xfrm>
            <a:off x="11403698" y="123704"/>
            <a:ext cx="1323571" cy="1291707"/>
          </a:xfrm>
          <a:prstGeom prst="rect">
            <a:avLst/>
          </a:prstGeom>
        </p:spPr>
      </p:pic>
    </p:spTree>
    <p:extLst>
      <p:ext uri="{BB962C8B-B14F-4D97-AF65-F5344CB8AC3E}">
        <p14:creationId xmlns:p14="http://schemas.microsoft.com/office/powerpoint/2010/main" val="41511764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ransition spd="slow">
    <p:fade/>
  </p:transition>
  <p:hf sldNum="0" hdr="0" ftr="0" dt="0"/>
  <p:txStyles>
    <p:titleStyle>
      <a:lvl1pPr algn="l" rtl="0" eaLnBrk="1" latinLnBrk="0" hangingPunct="1">
        <a:spcBef>
          <a:spcPct val="0"/>
        </a:spcBef>
        <a:buNone/>
        <a:defRPr kumimoji="0" sz="3500" b="1" kern="1200">
          <a:solidFill>
            <a:schemeClr val="tx2"/>
          </a:solidFill>
          <a:effectLst/>
          <a:latin typeface="Segoe UI" panose="020B0502040204020203" pitchFamily="34" charset="0"/>
          <a:ea typeface="+mj-ea"/>
          <a:cs typeface="Segoe UI" panose="020B0502040204020203" pitchFamily="34" charset="0"/>
        </a:defRPr>
      </a:lvl1pPr>
      <a:extLst/>
    </p:titleStyle>
    <p:bodyStyle>
      <a:lvl1pPr marL="471087" indent="-471087" algn="just" rtl="0" eaLnBrk="1" latinLnBrk="0" hangingPunct="1">
        <a:lnSpc>
          <a:spcPct val="110000"/>
        </a:lnSpc>
        <a:spcBef>
          <a:spcPts val="1030"/>
        </a:spcBef>
        <a:buClr>
          <a:schemeClr val="tx1"/>
        </a:buClr>
        <a:buSzPct val="75000"/>
        <a:buFont typeface="Wingdings" pitchFamily="2" charset="2"/>
        <a:buChar char="q"/>
        <a:defRPr kumimoji="0" sz="2400" kern="1200">
          <a:solidFill>
            <a:schemeClr val="tx1"/>
          </a:solidFill>
          <a:latin typeface="Segoe UI Semilight" panose="020B0402040204020203" pitchFamily="34" charset="0"/>
          <a:ea typeface="+mn-ea"/>
          <a:cs typeface="Segoe UI Semilight" panose="020B0402040204020203" pitchFamily="34" charset="0"/>
        </a:defRPr>
      </a:lvl1pPr>
      <a:lvl2pPr marL="942175" indent="-403789" algn="just" rtl="0" eaLnBrk="1" latinLnBrk="0" hangingPunct="1">
        <a:lnSpc>
          <a:spcPct val="110000"/>
        </a:lnSpc>
        <a:spcBef>
          <a:spcPts val="809"/>
        </a:spcBef>
        <a:buClr>
          <a:srgbClr val="FF0000"/>
        </a:buClr>
        <a:buSzPct val="75000"/>
        <a:buFont typeface="Wingdings" pitchFamily="2" charset="2"/>
        <a:buChar char="v"/>
        <a:defRPr kumimoji="0" sz="2400" kern="1200">
          <a:solidFill>
            <a:schemeClr val="tx1"/>
          </a:solidFill>
          <a:latin typeface="Segoe UI Semilight" panose="020B0402040204020203" pitchFamily="34" charset="0"/>
          <a:ea typeface="+mn-ea"/>
          <a:cs typeface="Segoe UI Semilight" panose="020B0402040204020203" pitchFamily="34" charset="0"/>
        </a:defRPr>
      </a:lvl2pPr>
      <a:lvl3pPr marL="1345964" indent="-336490" algn="just" rtl="0" eaLnBrk="1" latinLnBrk="0" hangingPunct="1">
        <a:lnSpc>
          <a:spcPct val="110000"/>
        </a:lnSpc>
        <a:spcBef>
          <a:spcPts val="736"/>
        </a:spcBef>
        <a:buClr>
          <a:srgbClr val="002060"/>
        </a:buClr>
        <a:buSzPct val="75000"/>
        <a:buFont typeface="Wingdings" pitchFamily="2" charset="2"/>
        <a:buChar char="Ø"/>
        <a:defRPr kumimoji="0" sz="2400" kern="1200">
          <a:solidFill>
            <a:schemeClr val="tx1"/>
          </a:solidFill>
          <a:latin typeface="Segoe UI Semilight" panose="020B0402040204020203" pitchFamily="34" charset="0"/>
          <a:ea typeface="+mn-ea"/>
          <a:cs typeface="Segoe UI Semilight" panose="020B0402040204020203" pitchFamily="34" charset="0"/>
        </a:defRPr>
      </a:lvl3pPr>
      <a:lvl4pPr marL="2018944" indent="-336490" algn="l" rtl="0" eaLnBrk="1" latinLnBrk="0" hangingPunct="1">
        <a:lnSpc>
          <a:spcPct val="110000"/>
        </a:lnSpc>
        <a:spcBef>
          <a:spcPts val="588"/>
        </a:spcBef>
        <a:buClr>
          <a:schemeClr val="accent3"/>
        </a:buClr>
        <a:buSzPct val="75000"/>
        <a:buFont typeface="Courier New" pitchFamily="49" charset="0"/>
        <a:buChar char="o"/>
        <a:defRPr kumimoji="0" sz="2900" kern="1200">
          <a:solidFill>
            <a:schemeClr val="tx1"/>
          </a:solidFill>
          <a:latin typeface="Arial" pitchFamily="34" charset="0"/>
          <a:ea typeface="+mn-ea"/>
          <a:cs typeface="Arial" pitchFamily="34" charset="0"/>
        </a:defRPr>
      </a:lvl4pPr>
      <a:lvl5pPr marL="2691926" indent="-336490" algn="l" rtl="0" eaLnBrk="1" latinLnBrk="0" hangingPunct="1">
        <a:lnSpc>
          <a:spcPct val="110000"/>
        </a:lnSpc>
        <a:spcBef>
          <a:spcPts val="588"/>
        </a:spcBef>
        <a:buClr>
          <a:schemeClr val="accent4"/>
        </a:buClr>
        <a:buSzPct val="65000"/>
        <a:buFont typeface="Wingdings"/>
        <a:buChar char=""/>
        <a:defRPr kumimoji="0" sz="2600" kern="1200">
          <a:solidFill>
            <a:schemeClr val="tx1"/>
          </a:solidFill>
          <a:latin typeface="Arial" pitchFamily="34" charset="0"/>
          <a:ea typeface="+mn-ea"/>
          <a:cs typeface="Arial" pitchFamily="34" charset="0"/>
        </a:defRPr>
      </a:lvl5pPr>
      <a:lvl6pPr marL="3095715" indent="-336490" algn="l" rtl="0" eaLnBrk="1" latinLnBrk="0" hangingPunct="1">
        <a:spcBef>
          <a:spcPct val="20000"/>
        </a:spcBef>
        <a:buClr>
          <a:schemeClr val="accent1"/>
        </a:buClr>
        <a:buFont typeface="Wingdings"/>
        <a:buNone/>
        <a:defRPr kumimoji="0" sz="2600" kern="1200" baseline="0">
          <a:solidFill>
            <a:schemeClr val="tx1"/>
          </a:solidFill>
          <a:latin typeface="+mn-lt"/>
          <a:ea typeface="+mn-ea"/>
          <a:cs typeface="+mn-cs"/>
        </a:defRPr>
      </a:lvl6pPr>
      <a:lvl7pPr marL="3499504" indent="-336490" algn="l" rtl="0" eaLnBrk="1" latinLnBrk="0" hangingPunct="1">
        <a:spcBef>
          <a:spcPct val="20000"/>
        </a:spcBef>
        <a:buClr>
          <a:schemeClr val="accent2"/>
        </a:buClr>
        <a:buFont typeface="Wingdings"/>
        <a:buChar char="§"/>
        <a:defRPr kumimoji="0" sz="2600" kern="1200" baseline="0">
          <a:solidFill>
            <a:schemeClr val="tx1"/>
          </a:solidFill>
          <a:latin typeface="+mn-lt"/>
          <a:ea typeface="+mn-ea"/>
          <a:cs typeface="+mn-cs"/>
        </a:defRPr>
      </a:lvl7pPr>
      <a:lvl8pPr marL="3903294" indent="-336490" algn="l" rtl="0" eaLnBrk="1" latinLnBrk="0" hangingPunct="1">
        <a:spcBef>
          <a:spcPct val="20000"/>
        </a:spcBef>
        <a:buClr>
          <a:schemeClr val="accent3"/>
        </a:buClr>
        <a:buFont typeface="Wingdings"/>
        <a:buChar char="§"/>
        <a:defRPr kumimoji="0" sz="2600" kern="1200" baseline="0">
          <a:solidFill>
            <a:schemeClr val="tx1"/>
          </a:solidFill>
          <a:latin typeface="+mn-lt"/>
          <a:ea typeface="+mn-ea"/>
          <a:cs typeface="+mn-cs"/>
        </a:defRPr>
      </a:lvl8pPr>
      <a:lvl9pPr marL="4307082" indent="-336490" algn="l" rtl="0" eaLnBrk="1" latinLnBrk="0" hangingPunct="1">
        <a:spcBef>
          <a:spcPct val="20000"/>
        </a:spcBef>
        <a:buClr>
          <a:schemeClr val="accent4"/>
        </a:buClr>
        <a:buFont typeface="Wingdings"/>
        <a:buChar char="§"/>
        <a:defRPr kumimoji="0" sz="2600" kern="1200" baseline="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672982" algn="l" rtl="0" eaLnBrk="1" latinLnBrk="0" hangingPunct="1">
        <a:defRPr kumimoji="0" kern="1200">
          <a:solidFill>
            <a:schemeClr val="tx1"/>
          </a:solidFill>
          <a:latin typeface="+mn-lt"/>
          <a:ea typeface="+mn-ea"/>
          <a:cs typeface="+mn-cs"/>
        </a:defRPr>
      </a:lvl2pPr>
      <a:lvl3pPr marL="1345964" algn="l" rtl="0" eaLnBrk="1" latinLnBrk="0" hangingPunct="1">
        <a:defRPr kumimoji="0" kern="1200">
          <a:solidFill>
            <a:schemeClr val="tx1"/>
          </a:solidFill>
          <a:latin typeface="+mn-lt"/>
          <a:ea typeface="+mn-ea"/>
          <a:cs typeface="+mn-cs"/>
        </a:defRPr>
      </a:lvl3pPr>
      <a:lvl4pPr marL="2018944" algn="l" rtl="0" eaLnBrk="1" latinLnBrk="0" hangingPunct="1">
        <a:defRPr kumimoji="0" kern="1200">
          <a:solidFill>
            <a:schemeClr val="tx1"/>
          </a:solidFill>
          <a:latin typeface="+mn-lt"/>
          <a:ea typeface="+mn-ea"/>
          <a:cs typeface="+mn-cs"/>
        </a:defRPr>
      </a:lvl4pPr>
      <a:lvl5pPr marL="2691926" algn="l" rtl="0" eaLnBrk="1" latinLnBrk="0" hangingPunct="1">
        <a:defRPr kumimoji="0" kern="1200">
          <a:solidFill>
            <a:schemeClr val="tx1"/>
          </a:solidFill>
          <a:latin typeface="+mn-lt"/>
          <a:ea typeface="+mn-ea"/>
          <a:cs typeface="+mn-cs"/>
        </a:defRPr>
      </a:lvl5pPr>
      <a:lvl6pPr marL="3364908" algn="l" rtl="0" eaLnBrk="1" latinLnBrk="0" hangingPunct="1">
        <a:defRPr kumimoji="0" kern="1200">
          <a:solidFill>
            <a:schemeClr val="tx1"/>
          </a:solidFill>
          <a:latin typeface="+mn-lt"/>
          <a:ea typeface="+mn-ea"/>
          <a:cs typeface="+mn-cs"/>
        </a:defRPr>
      </a:lvl6pPr>
      <a:lvl7pPr marL="4037890" algn="l" rtl="0" eaLnBrk="1" latinLnBrk="0" hangingPunct="1">
        <a:defRPr kumimoji="0" kern="1200">
          <a:solidFill>
            <a:schemeClr val="tx1"/>
          </a:solidFill>
          <a:latin typeface="+mn-lt"/>
          <a:ea typeface="+mn-ea"/>
          <a:cs typeface="+mn-cs"/>
        </a:defRPr>
      </a:lvl7pPr>
      <a:lvl8pPr marL="4710871" algn="l" rtl="0" eaLnBrk="1" latinLnBrk="0" hangingPunct="1">
        <a:defRPr kumimoji="0" kern="1200">
          <a:solidFill>
            <a:schemeClr val="tx1"/>
          </a:solidFill>
          <a:latin typeface="+mn-lt"/>
          <a:ea typeface="+mn-ea"/>
          <a:cs typeface="+mn-cs"/>
        </a:defRPr>
      </a:lvl8pPr>
      <a:lvl9pPr marL="5383853"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7.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13.jpeg"/><Relationship Id="rId4" Type="http://schemas.openxmlformats.org/officeDocument/2006/relationships/image" Target="../media/image12.jpeg"/></Relationships>
</file>

<file path=ppt/slides/_rels/slide5.xml.rels><?xml version="1.0" encoding="UTF-8" standalone="yes"?>
<Relationships xmlns="http://schemas.openxmlformats.org/package/2006/relationships"><Relationship Id="rId8" Type="http://schemas.openxmlformats.org/officeDocument/2006/relationships/diagramColors" Target="../diagrams/colors2.xml"/><Relationship Id="rId3" Type="http://schemas.openxmlformats.org/officeDocument/2006/relationships/image" Target="../media/image14.png"/><Relationship Id="rId7" Type="http://schemas.openxmlformats.org/officeDocument/2006/relationships/diagramQuickStyle" Target="../diagrams/quickStyle2.xml"/><Relationship Id="rId2" Type="http://schemas.openxmlformats.org/officeDocument/2006/relationships/notesSlide" Target="../notesSlides/notesSlide4.xml"/><Relationship Id="rId1" Type="http://schemas.openxmlformats.org/officeDocument/2006/relationships/slideLayout" Target="../slideLayouts/slideLayout13.xml"/><Relationship Id="rId6" Type="http://schemas.openxmlformats.org/officeDocument/2006/relationships/diagramLayout" Target="../diagrams/layout2.xml"/><Relationship Id="rId5" Type="http://schemas.openxmlformats.org/officeDocument/2006/relationships/diagramData" Target="../diagrams/data2.xml"/><Relationship Id="rId4" Type="http://schemas.openxmlformats.org/officeDocument/2006/relationships/image" Target="../media/image15.svg"/><Relationship Id="rId9" Type="http://schemas.microsoft.com/office/2007/relationships/diagramDrawing" Target="../diagrams/drawing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1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image" Target="../media/image22.jpeg"/><Relationship Id="rId3" Type="http://schemas.openxmlformats.org/officeDocument/2006/relationships/image" Target="../media/image17.jpeg"/><Relationship Id="rId7" Type="http://schemas.openxmlformats.org/officeDocument/2006/relationships/image" Target="../media/image21.jpeg"/><Relationship Id="rId2" Type="http://schemas.openxmlformats.org/officeDocument/2006/relationships/notesSlide" Target="../notesSlides/notesSlide7.xml"/><Relationship Id="rId1" Type="http://schemas.openxmlformats.org/officeDocument/2006/relationships/slideLayout" Target="../slideLayouts/slideLayout13.xml"/><Relationship Id="rId6" Type="http://schemas.openxmlformats.org/officeDocument/2006/relationships/image" Target="../media/image20.jpeg"/><Relationship Id="rId11" Type="http://schemas.openxmlformats.org/officeDocument/2006/relationships/image" Target="../media/image25.jpeg"/><Relationship Id="rId5" Type="http://schemas.openxmlformats.org/officeDocument/2006/relationships/image" Target="../media/image19.png"/><Relationship Id="rId10" Type="http://schemas.openxmlformats.org/officeDocument/2006/relationships/image" Target="../media/image24.jpeg"/><Relationship Id="rId4" Type="http://schemas.openxmlformats.org/officeDocument/2006/relationships/image" Target="../media/image18.jpeg"/><Relationship Id="rId9" Type="http://schemas.openxmlformats.org/officeDocument/2006/relationships/image" Target="../media/image23.jpe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1.xml"/><Relationship Id="rId1" Type="http://schemas.openxmlformats.org/officeDocument/2006/relationships/slideLayout" Target="../slideLayouts/slideLayout13.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4.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5.xml"/><Relationship Id="rId1" Type="http://schemas.openxmlformats.org/officeDocument/2006/relationships/slideLayout" Target="../slideLayouts/slideLayout13.xml"/><Relationship Id="rId4" Type="http://schemas.openxmlformats.org/officeDocument/2006/relationships/image" Target="../media/image39.jpeg"/></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1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3.xml.rels><?xml version="1.0" encoding="UTF-8" standalone="yes"?>
<Relationships xmlns="http://schemas.openxmlformats.org/package/2006/relationships"><Relationship Id="rId3" Type="http://schemas.openxmlformats.org/officeDocument/2006/relationships/image" Target="../media/image41.svg"/><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Line 5"/>
          <p:cNvSpPr>
            <a:spLocks noChangeShapeType="1"/>
          </p:cNvSpPr>
          <p:nvPr/>
        </p:nvSpPr>
        <p:spPr bwMode="auto">
          <a:xfrm>
            <a:off x="786006" y="-104902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134576" tIns="67289" rIns="134576" bIns="67289" numCol="1" anchor="t" anchorCtr="0" compatLnSpc="1">
            <a:prstTxWarp prst="textNoShape">
              <a:avLst/>
            </a:prstTxWarp>
          </a:bodyPr>
          <a:lstStyle/>
          <a:p>
            <a:endParaRPr lang="en-US" sz="1000">
              <a:latin typeface="Times New Roman" panose="02020603050405020304" pitchFamily="18" charset="0"/>
              <a:cs typeface="Times New Roman" panose="02020603050405020304" pitchFamily="18" charset="0"/>
            </a:endParaRPr>
          </a:p>
        </p:txBody>
      </p:sp>
      <p:sp>
        <p:nvSpPr>
          <p:cNvPr id="45" name="Line 6"/>
          <p:cNvSpPr>
            <a:spLocks noChangeShapeType="1"/>
          </p:cNvSpPr>
          <p:nvPr/>
        </p:nvSpPr>
        <p:spPr bwMode="auto">
          <a:xfrm>
            <a:off x="786006" y="-1049021"/>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134576" tIns="67289" rIns="134576" bIns="67289" numCol="1" anchor="t" anchorCtr="0" compatLnSpc="1">
            <a:prstTxWarp prst="textNoShape">
              <a:avLst/>
            </a:prstTxWarp>
          </a:bodyPr>
          <a:lstStyle/>
          <a:p>
            <a:endParaRPr lang="en-US" sz="1000">
              <a:latin typeface="Times New Roman" panose="02020603050405020304" pitchFamily="18" charset="0"/>
              <a:cs typeface="Times New Roman" panose="02020603050405020304" pitchFamily="18" charset="0"/>
            </a:endParaRPr>
          </a:p>
        </p:txBody>
      </p:sp>
      <p:sp>
        <p:nvSpPr>
          <p:cNvPr id="33" name="TextBox 32"/>
          <p:cNvSpPr txBox="1"/>
          <p:nvPr/>
        </p:nvSpPr>
        <p:spPr>
          <a:xfrm>
            <a:off x="4827932" y="1715955"/>
            <a:ext cx="3162759" cy="817516"/>
          </a:xfrm>
          <a:prstGeom prst="rect">
            <a:avLst/>
          </a:prstGeom>
          <a:noFill/>
        </p:spPr>
        <p:txBody>
          <a:bodyPr wrap="none" lIns="100950" tIns="50475" rIns="100950" bIns="50475" rtlCol="0">
            <a:spAutoFit/>
          </a:bodyPr>
          <a:lstStyle/>
          <a:p>
            <a:pPr algn="ctr">
              <a:lnSpc>
                <a:spcPct val="150000"/>
              </a:lnSpc>
            </a:pPr>
            <a:r>
              <a:rPr lang="en-US" sz="31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KHOA ĐIỆN TỬ</a:t>
            </a:r>
          </a:p>
        </p:txBody>
      </p:sp>
      <p:cxnSp>
        <p:nvCxnSpPr>
          <p:cNvPr id="4" name="Straight Connector 3"/>
          <p:cNvCxnSpPr/>
          <p:nvPr/>
        </p:nvCxnSpPr>
        <p:spPr>
          <a:xfrm>
            <a:off x="5237940" y="3063332"/>
            <a:ext cx="2160270" cy="0"/>
          </a:xfrm>
          <a:prstGeom prst="line">
            <a:avLst/>
          </a:prstGeom>
          <a:ln w="38100" cmpd="sng">
            <a:solidFill>
              <a:srgbClr val="C00000"/>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545623" y="2312424"/>
            <a:ext cx="10260389" cy="731788"/>
          </a:xfrm>
          <a:prstGeom prst="rect">
            <a:avLst/>
          </a:prstGeom>
          <a:noFill/>
        </p:spPr>
        <p:txBody>
          <a:bodyPr wrap="square" lIns="100950" tIns="50475" rIns="100950" bIns="50475" rtlCol="0">
            <a:spAutoFit/>
          </a:bodyPr>
          <a:lstStyle/>
          <a:p>
            <a:pPr algn="ctr">
              <a:lnSpc>
                <a:spcPct val="150000"/>
              </a:lnSpc>
            </a:pPr>
            <a:r>
              <a:rPr lang="en-US" sz="3100" b="1">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rPr>
              <a:t>LỄ BẢO VỆ ĐỒ ÁN TỐT NGHIỆP</a:t>
            </a:r>
            <a:endParaRPr lang="en-US" sz="3100" b="1" dirty="0">
              <a:ln w="0"/>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endParaRPr>
          </a:p>
        </p:txBody>
      </p:sp>
      <p:sp>
        <p:nvSpPr>
          <p:cNvPr id="5" name="Rectangle 4"/>
          <p:cNvSpPr/>
          <p:nvPr/>
        </p:nvSpPr>
        <p:spPr>
          <a:xfrm>
            <a:off x="3591030" y="3804651"/>
            <a:ext cx="6330826" cy="548981"/>
          </a:xfrm>
          <a:prstGeom prst="rect">
            <a:avLst/>
          </a:prstGeom>
        </p:spPr>
        <p:txBody>
          <a:bodyPr wrap="square" lIns="100950" tIns="50475" rIns="100950" bIns="50475">
            <a:spAutoFit/>
          </a:bodyPr>
          <a:lstStyle/>
          <a:p>
            <a:pPr marL="252374" indent="252374">
              <a:lnSpc>
                <a:spcPct val="150000"/>
              </a:lnSpc>
              <a:spcBef>
                <a:spcPts val="331"/>
              </a:spcBef>
              <a:spcAft>
                <a:spcPts val="331"/>
              </a:spcAft>
            </a:pPr>
            <a:r>
              <a:rPr lang="en-US" sz="2200" b="1" dirty="0">
                <a:latin typeface="Times New Roman" panose="02020603050405020304" pitchFamily="18" charset="0"/>
                <a:ea typeface="Calibri" panose="020F0502020204030204" pitchFamily="34" charset="0"/>
                <a:cs typeface="Times New Roman" panose="02020603050405020304" pitchFamily="18" charset="0"/>
              </a:rPr>
              <a:t>		</a:t>
            </a:r>
            <a:r>
              <a:rPr lang="vi-VN" sz="1800" dirty="0">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latin typeface="Times New Roman" panose="02020603050405020304" pitchFamily="18" charset="0"/>
              <a:ea typeface="Calibri" panose="020F0502020204030204" pitchFamily="34" charset="0"/>
              <a:cs typeface="Times New Roman" panose="02020603050405020304" pitchFamily="18" charset="0"/>
            </a:endParaRPr>
          </a:p>
        </p:txBody>
      </p:sp>
      <p:sp>
        <p:nvSpPr>
          <p:cNvPr id="13" name="Rectangle 12"/>
          <p:cNvSpPr/>
          <p:nvPr/>
        </p:nvSpPr>
        <p:spPr>
          <a:xfrm>
            <a:off x="1668" y="1"/>
            <a:ext cx="12798266" cy="1571106"/>
          </a:xfrm>
          <a:prstGeom prst="rect">
            <a:avLst/>
          </a:prstGeom>
          <a:solidFill>
            <a:srgbClr val="BD392F"/>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endParaRPr lang="en-US" sz="1000">
              <a:latin typeface="Times New Roman" panose="02020603050405020304" pitchFamily="18" charset="0"/>
              <a:cs typeface="Times New Roman" panose="02020603050405020304" pitchFamily="18" charset="0"/>
            </a:endParaRPr>
          </a:p>
        </p:txBody>
      </p:sp>
      <p:cxnSp>
        <p:nvCxnSpPr>
          <p:cNvPr id="7" name="Straight Connector 6"/>
          <p:cNvCxnSpPr/>
          <p:nvPr/>
        </p:nvCxnSpPr>
        <p:spPr>
          <a:xfrm>
            <a:off x="1668" y="1571107"/>
            <a:ext cx="12798266" cy="1"/>
          </a:xfrm>
          <a:prstGeom prst="line">
            <a:avLst/>
          </a:prstGeom>
          <a:ln w="57150">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2052" name="Picture 4" descr="Nhận diện thương hiệu Logo HaUI"/>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55807" y="162830"/>
            <a:ext cx="1307028" cy="1299524"/>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a:xfrm>
            <a:off x="3095135" y="359746"/>
            <a:ext cx="7517391" cy="502045"/>
          </a:xfrm>
          <a:prstGeom prst="rect">
            <a:avLst/>
          </a:prstGeom>
          <a:noFill/>
        </p:spPr>
        <p:txBody>
          <a:bodyPr wrap="square" lIns="100950" tIns="50475" rIns="100950" bIns="50475" rtlCol="0">
            <a:spAutoFit/>
            <a:scene3d>
              <a:camera prst="orthographicFront"/>
              <a:lightRig rig="soft" dir="t">
                <a:rot lat="0" lon="0" rev="15600000"/>
              </a:lightRig>
            </a:scene3d>
            <a:sp3d extrusionH="57150" prstMaterial="softEdge">
              <a:bevelT w="25400" h="38100"/>
            </a:sp3d>
          </a:bodyPr>
          <a:lstStyle/>
          <a:p>
            <a:r>
              <a:rPr lang="vi-VN" sz="2600" b="1" dirty="0">
                <a:latin typeface="Times New Roman" panose="02020603050405020304" pitchFamily="18" charset="0"/>
                <a:cs typeface="Times New Roman" panose="02020603050405020304" pitchFamily="18" charset="0"/>
              </a:rPr>
              <a:t>TRƯỜNG ĐẠI HỌC CÔNG NGHIỆP HÀ NỘI</a:t>
            </a:r>
            <a:endParaRPr lang="en-US" sz="2600" b="1" dirty="0">
              <a:latin typeface="Times New Roman" panose="02020603050405020304" pitchFamily="18" charset="0"/>
              <a:cs typeface="Times New Roman" panose="02020603050405020304" pitchFamily="18" charset="0"/>
            </a:endParaRPr>
          </a:p>
        </p:txBody>
      </p:sp>
      <p:sp>
        <p:nvSpPr>
          <p:cNvPr id="205" name="Rectangle 204"/>
          <p:cNvSpPr/>
          <p:nvPr/>
        </p:nvSpPr>
        <p:spPr>
          <a:xfrm>
            <a:off x="1668" y="7462579"/>
            <a:ext cx="12798266" cy="767021"/>
          </a:xfrm>
          <a:prstGeom prst="rect">
            <a:avLst/>
          </a:prstGeom>
          <a:solidFill>
            <a:srgbClr val="FDC526"/>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endParaRPr lang="en-US" sz="1000">
              <a:latin typeface="Times New Roman" panose="02020603050405020304" pitchFamily="18" charset="0"/>
              <a:cs typeface="Times New Roman" panose="02020603050405020304" pitchFamily="18" charset="0"/>
            </a:endParaRPr>
          </a:p>
        </p:txBody>
      </p:sp>
      <p:sp>
        <p:nvSpPr>
          <p:cNvPr id="11" name="TextBox 10"/>
          <p:cNvSpPr txBox="1"/>
          <p:nvPr/>
        </p:nvSpPr>
        <p:spPr>
          <a:xfrm>
            <a:off x="3591031" y="913111"/>
            <a:ext cx="6169575" cy="440490"/>
          </a:xfrm>
          <a:prstGeom prst="rect">
            <a:avLst/>
          </a:prstGeom>
          <a:noFill/>
        </p:spPr>
        <p:txBody>
          <a:bodyPr wrap="square" lIns="100950" tIns="50475" rIns="100950" bIns="50475" rtlCol="0">
            <a:spAutoFit/>
          </a:bodyPr>
          <a:lstStyle/>
          <a:p>
            <a:r>
              <a:rPr lang="vi-VN" sz="2200" dirty="0">
                <a:solidFill>
                  <a:srgbClr val="FDC526"/>
                </a:solidFill>
                <a:latin typeface="Times New Roman" panose="02020603050405020304" pitchFamily="18" charset="0"/>
                <a:cs typeface="Times New Roman" panose="02020603050405020304" pitchFamily="18" charset="0"/>
              </a:rPr>
              <a:t>Sáng tạo – Chất lượng – Phát triển – Hiệu quả</a:t>
            </a:r>
            <a:endParaRPr lang="en-US" sz="2200" dirty="0">
              <a:solidFill>
                <a:srgbClr val="FDC526"/>
              </a:solidFill>
              <a:latin typeface="Times New Roman" panose="02020603050405020304" pitchFamily="18" charset="0"/>
              <a:cs typeface="Times New Roman" panose="02020603050405020304" pitchFamily="18" charset="0"/>
            </a:endParaRPr>
          </a:p>
        </p:txBody>
      </p:sp>
      <p:sp>
        <p:nvSpPr>
          <p:cNvPr id="204" name="Rectangle 203"/>
          <p:cNvSpPr/>
          <p:nvPr/>
        </p:nvSpPr>
        <p:spPr>
          <a:xfrm>
            <a:off x="8825952" y="7608770"/>
            <a:ext cx="3973982" cy="620830"/>
          </a:xfrm>
          <a:prstGeom prst="rect">
            <a:avLst/>
          </a:prstGeom>
          <a:solidFill>
            <a:srgbClr val="78B5EC"/>
          </a:solidFill>
          <a:ln>
            <a:noFill/>
          </a:ln>
        </p:spPr>
        <p:style>
          <a:lnRef idx="1">
            <a:schemeClr val="accent1"/>
          </a:lnRef>
          <a:fillRef idx="3">
            <a:schemeClr val="accent1"/>
          </a:fillRef>
          <a:effectRef idx="2">
            <a:schemeClr val="accent1"/>
          </a:effectRef>
          <a:fontRef idx="minor">
            <a:schemeClr val="lt1"/>
          </a:fontRef>
        </p:style>
        <p:txBody>
          <a:bodyPr lIns="100950" tIns="50475" rIns="100950" bIns="50475" rtlCol="0" anchor="ctr"/>
          <a:lstStyle/>
          <a:p>
            <a:pPr algn="ctr"/>
            <a:r>
              <a:rPr lang="en-US" sz="2200" b="1" err="1">
                <a:solidFill>
                  <a:schemeClr val="accent5">
                    <a:lumMod val="50000"/>
                  </a:schemeClr>
                </a:solidFill>
                <a:latin typeface="Times New Roman" panose="02020603050405020304" pitchFamily="18" charset="0"/>
                <a:cs typeface="Times New Roman" panose="02020603050405020304" pitchFamily="18" charset="0"/>
              </a:rPr>
              <a:t>Ngày</a:t>
            </a:r>
            <a:r>
              <a:rPr lang="en-US" sz="2200" b="1">
                <a:solidFill>
                  <a:schemeClr val="accent5">
                    <a:lumMod val="50000"/>
                  </a:schemeClr>
                </a:solidFill>
                <a:latin typeface="Times New Roman" panose="02020603050405020304" pitchFamily="18" charset="0"/>
                <a:cs typeface="Times New Roman" panose="02020603050405020304" pitchFamily="18" charset="0"/>
              </a:rPr>
              <a:t> 31</a:t>
            </a:r>
            <a:r>
              <a:rPr lang="vi-VN" sz="2200" b="1">
                <a:solidFill>
                  <a:schemeClr val="accent5">
                    <a:lumMod val="50000"/>
                  </a:schemeClr>
                </a:solidFill>
                <a:latin typeface="Times New Roman" panose="02020603050405020304" pitchFamily="18" charset="0"/>
                <a:cs typeface="Times New Roman" panose="02020603050405020304" pitchFamily="18" charset="0"/>
              </a:rPr>
              <a:t> tháng </a:t>
            </a:r>
            <a:r>
              <a:rPr lang="en-US" sz="2200" b="1">
                <a:solidFill>
                  <a:schemeClr val="accent5">
                    <a:lumMod val="50000"/>
                  </a:schemeClr>
                </a:solidFill>
                <a:latin typeface="Times New Roman" panose="02020603050405020304" pitchFamily="18" charset="0"/>
                <a:cs typeface="Times New Roman" panose="02020603050405020304" pitchFamily="18" charset="0"/>
              </a:rPr>
              <a:t>05</a:t>
            </a:r>
            <a:r>
              <a:rPr lang="vi-VN" sz="2200" b="1">
                <a:solidFill>
                  <a:schemeClr val="accent5">
                    <a:lumMod val="50000"/>
                  </a:schemeClr>
                </a:solidFill>
                <a:latin typeface="Times New Roman" panose="02020603050405020304" pitchFamily="18" charset="0"/>
                <a:cs typeface="Times New Roman" panose="02020603050405020304" pitchFamily="18" charset="0"/>
              </a:rPr>
              <a:t> năm 202</a:t>
            </a:r>
            <a:r>
              <a:rPr lang="en-US" sz="2200" b="1" dirty="0">
                <a:solidFill>
                  <a:schemeClr val="accent5">
                    <a:lumMod val="50000"/>
                  </a:schemeClr>
                </a:solidFill>
                <a:latin typeface="Times New Roman" panose="02020603050405020304" pitchFamily="18" charset="0"/>
                <a:cs typeface="Times New Roman" panose="02020603050405020304" pitchFamily="18" charset="0"/>
              </a:rPr>
              <a:t>4</a:t>
            </a:r>
          </a:p>
        </p:txBody>
      </p:sp>
      <p:sp>
        <p:nvSpPr>
          <p:cNvPr id="2" name="TextBox 1"/>
          <p:cNvSpPr txBox="1"/>
          <p:nvPr/>
        </p:nvSpPr>
        <p:spPr>
          <a:xfrm>
            <a:off x="1128165" y="3237130"/>
            <a:ext cx="11256555" cy="4026087"/>
          </a:xfrm>
          <a:prstGeom prst="rect">
            <a:avLst/>
          </a:prstGeom>
          <a:noFill/>
        </p:spPr>
        <p:txBody>
          <a:bodyPr wrap="square" lIns="100950" tIns="50475" rIns="100950" bIns="50475" rtlCol="0">
            <a:spAutoFit/>
          </a:bodyPr>
          <a:lstStyle/>
          <a:p>
            <a:pPr marL="44450" algn="ctr">
              <a:lnSpc>
                <a:spcPct val="150000"/>
              </a:lnSpc>
            </a:pPr>
            <a:r>
              <a:rPr lang="en-US" sz="3200" b="1" kern="100" spc="-20">
                <a:solidFill>
                  <a:srgbClr val="000000"/>
                </a:solidFill>
                <a:effectLst/>
                <a:latin typeface="Times New Roman" panose="02020603050405020304" pitchFamily="18" charset="0"/>
                <a:ea typeface="Times New Roman" panose="02020603050405020304" pitchFamily="18" charset="0"/>
              </a:rPr>
              <a:t>THIẾT KẾ MÔ HÌNH HỆ THỐNG </a:t>
            </a:r>
          </a:p>
          <a:p>
            <a:pPr marL="44450" algn="ctr">
              <a:lnSpc>
                <a:spcPct val="150000"/>
              </a:lnSpc>
            </a:pPr>
            <a:r>
              <a:rPr lang="en-US" sz="3200" b="1" kern="100" spc="-20">
                <a:solidFill>
                  <a:srgbClr val="000000"/>
                </a:solidFill>
                <a:effectLst/>
                <a:latin typeface="Times New Roman" panose="02020603050405020304" pitchFamily="18" charset="0"/>
                <a:ea typeface="Times New Roman" panose="02020603050405020304" pitchFamily="18" charset="0"/>
              </a:rPr>
              <a:t>QUẢN LÝ PHÒNG HỌC THÔNG MINH</a:t>
            </a:r>
            <a:endParaRPr lang="en-US" sz="3200" kern="100" dirty="0">
              <a:solidFill>
                <a:srgbClr val="000000"/>
              </a:solidFill>
              <a:effectLst/>
              <a:latin typeface="Times New Roman" panose="02020603050405020304" pitchFamily="18" charset="0"/>
              <a:ea typeface="Times New Roman" panose="02020603050405020304" pitchFamily="18" charset="0"/>
            </a:endParaRPr>
          </a:p>
          <a:p>
            <a:endParaRPr lang="en-US" sz="3200" b="1" dirty="0"/>
          </a:p>
          <a:p>
            <a:endParaRPr lang="en-US" sz="3200" b="1" dirty="0"/>
          </a:p>
          <a:p>
            <a:endParaRPr lang="en-US" sz="3200" b="1" dirty="0"/>
          </a:p>
          <a:p>
            <a:endParaRPr lang="en-US" sz="3200" dirty="0"/>
          </a:p>
          <a:p>
            <a:endParaRPr lang="en-US" sz="3100" b="1" dirty="0">
              <a:latin typeface="Times New Roman" panose="02020603050405020304" pitchFamily="18" charset="0"/>
              <a:cs typeface="Times New Roman" panose="02020603050405020304" pitchFamily="18" charset="0"/>
            </a:endParaRPr>
          </a:p>
        </p:txBody>
      </p:sp>
      <p:sp>
        <p:nvSpPr>
          <p:cNvPr id="3" name="Rectangle 2"/>
          <p:cNvSpPr/>
          <p:nvPr/>
        </p:nvSpPr>
        <p:spPr>
          <a:xfrm>
            <a:off x="4390434" y="4877102"/>
            <a:ext cx="6863331" cy="630222"/>
          </a:xfrm>
          <a:prstGeom prst="rect">
            <a:avLst/>
          </a:prstGeom>
        </p:spPr>
        <p:txBody>
          <a:bodyPr wrap="square" lIns="100950" tIns="50475" rIns="100950" bIns="50475">
            <a:spAutoFit/>
          </a:bodyPr>
          <a:lstStyle/>
          <a:p>
            <a:pPr>
              <a:lnSpc>
                <a:spcPct val="150000"/>
              </a:lnSpc>
            </a:pPr>
            <a:r>
              <a:rPr lang="en-US" sz="2600" b="1" dirty="0">
                <a:latin typeface="Times New Roman" panose="02020603050405020304" pitchFamily="18" charset="0"/>
                <a:cs typeface="Times New Roman" panose="02020603050405020304" pitchFamily="18" charset="0"/>
              </a:rPr>
              <a:t>CBHD	  </a:t>
            </a:r>
            <a:r>
              <a:rPr lang="en-US" sz="2600" b="1">
                <a:latin typeface="Times New Roman" panose="02020603050405020304" pitchFamily="18" charset="0"/>
                <a:cs typeface="Times New Roman" panose="02020603050405020304" pitchFamily="18" charset="0"/>
              </a:rPr>
              <a:t>: ThS. Phạm Thị Quỳnh Trang</a:t>
            </a:r>
            <a:endParaRPr lang="en-US" sz="2600" b="1" dirty="0">
              <a:latin typeface="Times New Roman" panose="02020603050405020304" pitchFamily="18" charset="0"/>
              <a:cs typeface="Times New Roman" panose="02020603050405020304" pitchFamily="18" charset="0"/>
            </a:endParaRPr>
          </a:p>
        </p:txBody>
      </p:sp>
      <p:pic>
        <p:nvPicPr>
          <p:cNvPr id="3074" name="Picture 2" descr="https://f7-zpc.zdn.vn/6993330487563720011/5d66076289d1548f0dc0.jp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1323562" y="181435"/>
            <a:ext cx="1330479" cy="1298448"/>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63C6429F-14C1-CD45-D107-0AB16C7E8178}"/>
              </a:ext>
            </a:extLst>
          </p:cNvPr>
          <p:cNvSpPr txBox="1"/>
          <p:nvPr/>
        </p:nvSpPr>
        <p:spPr>
          <a:xfrm>
            <a:off x="4387788" y="5591547"/>
            <a:ext cx="8266253" cy="1569660"/>
          </a:xfrm>
          <a:prstGeom prst="rect">
            <a:avLst/>
          </a:prstGeom>
          <a:noFill/>
        </p:spPr>
        <p:txBody>
          <a:bodyPr wrap="square" rtlCol="0">
            <a:spAutoFit/>
          </a:bodyPr>
          <a:lstStyle/>
          <a:p>
            <a:r>
              <a:rPr lang="en-US" sz="2400" b="1" dirty="0" err="1">
                <a:latin typeface="Times New Roman" panose="02020603050405020304" pitchFamily="18" charset="0"/>
                <a:cs typeface="Times New Roman" panose="02020603050405020304" pitchFamily="18" charset="0"/>
              </a:rPr>
              <a:t>Nhóm</a:t>
            </a:r>
            <a:r>
              <a:rPr lang="en-US" sz="2400" b="1" dirty="0">
                <a:latin typeface="Times New Roman" panose="02020603050405020304" pitchFamily="18" charset="0"/>
                <a:cs typeface="Times New Roman" panose="02020603050405020304" pitchFamily="18" charset="0"/>
              </a:rPr>
              <a:t> SV</a:t>
            </a:r>
            <a:r>
              <a:rPr lang="en-US" sz="2400" b="1">
                <a:latin typeface="Times New Roman" panose="02020603050405020304" pitchFamily="18" charset="0"/>
                <a:cs typeface="Times New Roman" panose="02020603050405020304" pitchFamily="18" charset="0"/>
              </a:rPr>
              <a:t>: Vũ Trí Huy			2020605075</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     Phan Văn Kiên		</a:t>
            </a:r>
            <a:r>
              <a:rPr lang="en-US" sz="2400" b="1">
                <a:effectLst/>
                <a:latin typeface="Times New Roman" panose="02020603050405020304" pitchFamily="18" charset="0"/>
                <a:ea typeface="Calibri" panose="020F0502020204030204" pitchFamily="34" charset="0"/>
              </a:rPr>
              <a:t>2020605707</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	</a:t>
            </a:r>
            <a:r>
              <a:rPr lang="en-US" sz="2400" b="1">
                <a:latin typeface="Times New Roman" panose="02020603050405020304" pitchFamily="18" charset="0"/>
                <a:cs typeface="Times New Roman" panose="02020603050405020304" pitchFamily="18" charset="0"/>
              </a:rPr>
              <a:t>     Phạm Trọng Khánh	</a:t>
            </a:r>
            <a:r>
              <a:rPr lang="en-US" sz="2400" b="1" dirty="0">
                <a:latin typeface="Times New Roman" panose="02020603050405020304" pitchFamily="18" charset="0"/>
                <a:cs typeface="Times New Roman" panose="02020603050405020304" pitchFamily="18" charset="0"/>
              </a:rPr>
              <a:t>	</a:t>
            </a:r>
            <a:r>
              <a:rPr lang="en-US" sz="2400" b="1" dirty="0">
                <a:effectLst/>
                <a:latin typeface="Times New Roman" panose="02020603050405020304" pitchFamily="18" charset="0"/>
                <a:cs typeface="Times New Roman" panose="02020603050405020304" pitchFamily="18" charset="0"/>
              </a:rPr>
              <a:t>2020603515</a:t>
            </a:r>
            <a:endParaRPr lang="en-US" sz="1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1673400"/>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10"/>
          <p:cNvSpPr>
            <a:spLocks noGrp="1"/>
          </p:cNvSpPr>
          <p:nvPr>
            <p:ph type="title"/>
          </p:nvPr>
        </p:nvSpPr>
        <p:spPr>
          <a:xfrm>
            <a:off x="1514230" y="478964"/>
            <a:ext cx="9586189" cy="900666"/>
          </a:xfrm>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NỘI DUNG</a:t>
            </a:r>
          </a:p>
        </p:txBody>
      </p:sp>
      <p:grpSp>
        <p:nvGrpSpPr>
          <p:cNvPr id="2" name="Group 1">
            <a:extLst>
              <a:ext uri="{FF2B5EF4-FFF2-40B4-BE49-F238E27FC236}">
                <a16:creationId xmlns:a16="http://schemas.microsoft.com/office/drawing/2014/main" id="{C90E30B2-4949-C3F2-0F86-9602D5A6F507}"/>
              </a:ext>
            </a:extLst>
          </p:cNvPr>
          <p:cNvGrpSpPr/>
          <p:nvPr/>
        </p:nvGrpSpPr>
        <p:grpSpPr>
          <a:xfrm>
            <a:off x="2228598" y="2868258"/>
            <a:ext cx="8579534" cy="4176463"/>
            <a:chOff x="2111033" y="2332681"/>
            <a:chExt cx="8579534" cy="4176463"/>
          </a:xfrm>
        </p:grpSpPr>
        <p:sp>
          <p:nvSpPr>
            <p:cNvPr id="4" name="Freeform: Shape 3">
              <a:extLst>
                <a:ext uri="{FF2B5EF4-FFF2-40B4-BE49-F238E27FC236}">
                  <a16:creationId xmlns:a16="http://schemas.microsoft.com/office/drawing/2014/main" id="{F9481ACD-3760-2A5D-D998-192FF8D82360}"/>
                </a:ext>
              </a:extLst>
            </p:cNvPr>
            <p:cNvSpPr/>
            <p:nvPr/>
          </p:nvSpPr>
          <p:spPr>
            <a:xfrm>
              <a:off x="2133600" y="2332681"/>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kern="1200" dirty="0">
                  <a:latin typeface="Times New Roman" panose="02020603050405020304" pitchFamily="18" charset="0"/>
                  <a:cs typeface="Times New Roman" panose="02020603050405020304" pitchFamily="18" charset="0"/>
                </a:rPr>
                <a:t>1</a:t>
              </a:r>
            </a:p>
          </p:txBody>
        </p:sp>
        <p:sp>
          <p:nvSpPr>
            <p:cNvPr id="5" name="Freeform: Shape 4">
              <a:extLst>
                <a:ext uri="{FF2B5EF4-FFF2-40B4-BE49-F238E27FC236}">
                  <a16:creationId xmlns:a16="http://schemas.microsoft.com/office/drawing/2014/main" id="{31328389-C286-6F1F-E3DA-336D40AAA1BE}"/>
                </a:ext>
              </a:extLst>
            </p:cNvPr>
            <p:cNvSpPr/>
            <p:nvPr/>
          </p:nvSpPr>
          <p:spPr>
            <a:xfrm>
              <a:off x="2916384" y="2332682"/>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3" rIns="58343" bIns="58344"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err="1">
                  <a:latin typeface="Times New Roman" panose="02020603050405020304" pitchFamily="18" charset="0"/>
                  <a:cs typeface="Times New Roman" panose="02020603050405020304" pitchFamily="18" charset="0"/>
                </a:rPr>
                <a:t>Tổng</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quan</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về</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đề</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tài</a:t>
              </a:r>
              <a:endParaRPr lang="en-US" sz="3600" kern="1200" dirty="0">
                <a:latin typeface="Times New Roman" panose="02020603050405020304" pitchFamily="18" charset="0"/>
                <a:cs typeface="Times New Roman" panose="02020603050405020304" pitchFamily="18" charset="0"/>
              </a:endParaRPr>
            </a:p>
          </p:txBody>
        </p:sp>
        <p:sp>
          <p:nvSpPr>
            <p:cNvPr id="8" name="Freeform: Shape 7">
              <a:extLst>
                <a:ext uri="{FF2B5EF4-FFF2-40B4-BE49-F238E27FC236}">
                  <a16:creationId xmlns:a16="http://schemas.microsoft.com/office/drawing/2014/main" id="{CC4A86FC-66F8-AEDC-4703-E68D96939DBC}"/>
                </a:ext>
              </a:extLst>
            </p:cNvPr>
            <p:cNvSpPr/>
            <p:nvPr/>
          </p:nvSpPr>
          <p:spPr>
            <a:xfrm>
              <a:off x="2111033" y="3387928"/>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5812304"/>
                <a:satOff val="-18573"/>
                <a:lumOff val="-4706"/>
                <a:alphaOff val="0"/>
              </a:schemeClr>
            </a:lnRef>
            <a:fillRef idx="1">
              <a:schemeClr val="accent3">
                <a:hueOff val="5812304"/>
                <a:satOff val="-18573"/>
                <a:lumOff val="-4706"/>
                <a:alphaOff val="0"/>
              </a:schemeClr>
            </a:fillRef>
            <a:effectRef idx="0">
              <a:schemeClr val="accent3">
                <a:hueOff val="5812304"/>
                <a:satOff val="-18573"/>
                <a:lumOff val="-4706"/>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dirty="0">
                  <a:latin typeface="Times New Roman" panose="02020603050405020304" pitchFamily="18" charset="0"/>
                  <a:cs typeface="Times New Roman" panose="02020603050405020304" pitchFamily="18" charset="0"/>
                </a:rPr>
                <a:t>2</a:t>
              </a:r>
              <a:endParaRPr lang="en-US" sz="2300" kern="1200" dirty="0">
                <a:latin typeface="Times New Roman" panose="02020603050405020304" pitchFamily="18" charset="0"/>
                <a:cs typeface="Times New Roman" panose="02020603050405020304" pitchFamily="18" charset="0"/>
              </a:endParaRPr>
            </a:p>
          </p:txBody>
        </p:sp>
        <p:sp>
          <p:nvSpPr>
            <p:cNvPr id="9" name="Freeform: Shape 8">
              <a:extLst>
                <a:ext uri="{FF2B5EF4-FFF2-40B4-BE49-F238E27FC236}">
                  <a16:creationId xmlns:a16="http://schemas.microsoft.com/office/drawing/2014/main" id="{2B76CDDE-47EB-07B6-84A0-5CD3C36BE064}"/>
                </a:ext>
              </a:extLst>
            </p:cNvPr>
            <p:cNvSpPr/>
            <p:nvPr/>
          </p:nvSpPr>
          <p:spPr>
            <a:xfrm>
              <a:off x="2916384" y="3387928"/>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5812304"/>
                <a:satOff val="-18573"/>
                <a:lumOff val="-4706"/>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3" rIns="58343" bIns="58344" numCol="1" spcCol="1270" anchor="ctr" anchorCtr="0">
              <a:noAutofit/>
            </a:bodyPr>
            <a:lstStyle/>
            <a:p>
              <a:pPr marL="285750" lvl="1" indent="-285750" algn="l" defTabSz="1600200">
                <a:lnSpc>
                  <a:spcPct val="90000"/>
                </a:lnSpc>
                <a:spcBef>
                  <a:spcPct val="0"/>
                </a:spcBef>
                <a:spcAft>
                  <a:spcPct val="15000"/>
                </a:spcAft>
                <a:buChar char="•"/>
              </a:pPr>
              <a:r>
                <a:rPr lang="en-US" sz="3600" kern="1200">
                  <a:latin typeface="Times New Roman" panose="02020603050405020304" pitchFamily="18" charset="0"/>
                  <a:cs typeface="Times New Roman" panose="02020603050405020304" pitchFamily="18" charset="0"/>
                </a:rPr>
                <a:t>Thiết kế hệ thống</a:t>
              </a:r>
              <a:endParaRPr lang="en-US" sz="3600" kern="1200" dirty="0">
                <a:latin typeface="Times New Roman" panose="02020603050405020304" pitchFamily="18" charset="0"/>
                <a:cs typeface="Times New Roman" panose="02020603050405020304" pitchFamily="18" charset="0"/>
              </a:endParaRPr>
            </a:p>
          </p:txBody>
        </p:sp>
        <p:sp>
          <p:nvSpPr>
            <p:cNvPr id="10" name="Freeform: Shape 9">
              <a:extLst>
                <a:ext uri="{FF2B5EF4-FFF2-40B4-BE49-F238E27FC236}">
                  <a16:creationId xmlns:a16="http://schemas.microsoft.com/office/drawing/2014/main" id="{DE313091-54E2-6308-DFF1-511535638DC3}"/>
                </a:ext>
              </a:extLst>
            </p:cNvPr>
            <p:cNvSpPr/>
            <p:nvPr/>
          </p:nvSpPr>
          <p:spPr>
            <a:xfrm>
              <a:off x="2111033" y="4389404"/>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8718455"/>
                <a:satOff val="-27859"/>
                <a:lumOff val="-7059"/>
                <a:alphaOff val="0"/>
              </a:schemeClr>
            </a:lnRef>
            <a:fillRef idx="1">
              <a:schemeClr val="accent3">
                <a:hueOff val="8718455"/>
                <a:satOff val="-27859"/>
                <a:lumOff val="-7059"/>
                <a:alphaOff val="0"/>
              </a:schemeClr>
            </a:fillRef>
            <a:effectRef idx="0">
              <a:schemeClr val="accent3">
                <a:hueOff val="8718455"/>
                <a:satOff val="-27859"/>
                <a:lumOff val="-7059"/>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dirty="0">
                  <a:latin typeface="Times New Roman" panose="02020603050405020304" pitchFamily="18" charset="0"/>
                  <a:cs typeface="Times New Roman" panose="02020603050405020304" pitchFamily="18" charset="0"/>
                </a:rPr>
                <a:t>3</a:t>
              </a:r>
              <a:endParaRPr lang="en-US" sz="2300" kern="1200" dirty="0">
                <a:latin typeface="Times New Roman" panose="02020603050405020304" pitchFamily="18" charset="0"/>
                <a:cs typeface="Times New Roman" panose="02020603050405020304" pitchFamily="18" charset="0"/>
              </a:endParaRPr>
            </a:p>
          </p:txBody>
        </p:sp>
        <p:sp>
          <p:nvSpPr>
            <p:cNvPr id="11" name="Freeform: Shape 10">
              <a:extLst>
                <a:ext uri="{FF2B5EF4-FFF2-40B4-BE49-F238E27FC236}">
                  <a16:creationId xmlns:a16="http://schemas.microsoft.com/office/drawing/2014/main" id="{22F9A17A-7650-C1F4-8C08-FB59D0637A3D}"/>
                </a:ext>
              </a:extLst>
            </p:cNvPr>
            <p:cNvSpPr/>
            <p:nvPr/>
          </p:nvSpPr>
          <p:spPr>
            <a:xfrm>
              <a:off x="2916384" y="4389404"/>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8718455"/>
                <a:satOff val="-27859"/>
                <a:lumOff val="-7059"/>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3" rIns="58343" bIns="58344"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err="1">
                  <a:latin typeface="Times New Roman" panose="02020603050405020304" pitchFamily="18" charset="0"/>
                  <a:cs typeface="Times New Roman" panose="02020603050405020304" pitchFamily="18" charset="0"/>
                </a:rPr>
                <a:t>Kết</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quả</a:t>
              </a:r>
              <a:r>
                <a:rPr lang="en-US" sz="3600" kern="1200" dirty="0">
                  <a:latin typeface="Times New Roman" panose="02020603050405020304" pitchFamily="18" charset="0"/>
                  <a:cs typeface="Times New Roman" panose="02020603050405020304" pitchFamily="18" charset="0"/>
                </a:rPr>
                <a:t> </a:t>
              </a:r>
              <a:r>
                <a:rPr lang="en-US" sz="3600" kern="1200" err="1">
                  <a:latin typeface="Times New Roman" panose="02020603050405020304" pitchFamily="18" charset="0"/>
                  <a:cs typeface="Times New Roman" panose="02020603050405020304" pitchFamily="18" charset="0"/>
                </a:rPr>
                <a:t>đánh</a:t>
              </a:r>
              <a:r>
                <a:rPr lang="en-US" sz="3600" kern="1200">
                  <a:latin typeface="Times New Roman" panose="02020603050405020304" pitchFamily="18" charset="0"/>
                  <a:cs typeface="Times New Roman" panose="02020603050405020304" pitchFamily="18" charset="0"/>
                </a:rPr>
                <a:t> giá</a:t>
              </a:r>
              <a:endParaRPr lang="en-US" sz="3600" kern="1200" dirty="0">
                <a:latin typeface="Times New Roman" panose="02020603050405020304" pitchFamily="18" charset="0"/>
                <a:cs typeface="Times New Roman" panose="02020603050405020304" pitchFamily="18" charset="0"/>
              </a:endParaRPr>
            </a:p>
          </p:txBody>
        </p:sp>
        <p:sp>
          <p:nvSpPr>
            <p:cNvPr id="12" name="Freeform: Shape 11">
              <a:extLst>
                <a:ext uri="{FF2B5EF4-FFF2-40B4-BE49-F238E27FC236}">
                  <a16:creationId xmlns:a16="http://schemas.microsoft.com/office/drawing/2014/main" id="{69F072B8-737D-3629-C5DB-E13B01E25E1C}"/>
                </a:ext>
              </a:extLst>
            </p:cNvPr>
            <p:cNvSpPr/>
            <p:nvPr/>
          </p:nvSpPr>
          <p:spPr>
            <a:xfrm>
              <a:off x="2111033" y="5390880"/>
              <a:ext cx="782785" cy="1118264"/>
            </a:xfrm>
            <a:custGeom>
              <a:avLst/>
              <a:gdLst>
                <a:gd name="connsiteX0" fmla="*/ 0 w 1118263"/>
                <a:gd name="connsiteY0" fmla="*/ 0 h 782784"/>
                <a:gd name="connsiteX1" fmla="*/ 726871 w 1118263"/>
                <a:gd name="connsiteY1" fmla="*/ 0 h 782784"/>
                <a:gd name="connsiteX2" fmla="*/ 1118263 w 1118263"/>
                <a:gd name="connsiteY2" fmla="*/ 391392 h 782784"/>
                <a:gd name="connsiteX3" fmla="*/ 726871 w 1118263"/>
                <a:gd name="connsiteY3" fmla="*/ 782784 h 782784"/>
                <a:gd name="connsiteX4" fmla="*/ 0 w 1118263"/>
                <a:gd name="connsiteY4" fmla="*/ 782784 h 782784"/>
                <a:gd name="connsiteX5" fmla="*/ 391392 w 1118263"/>
                <a:gd name="connsiteY5" fmla="*/ 391392 h 782784"/>
                <a:gd name="connsiteX6" fmla="*/ 0 w 1118263"/>
                <a:gd name="connsiteY6" fmla="*/ 0 h 782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18263" h="782784">
                  <a:moveTo>
                    <a:pt x="1118262" y="0"/>
                  </a:moveTo>
                  <a:lnTo>
                    <a:pt x="1118262" y="508810"/>
                  </a:lnTo>
                  <a:lnTo>
                    <a:pt x="559132" y="782784"/>
                  </a:lnTo>
                  <a:lnTo>
                    <a:pt x="1" y="508810"/>
                  </a:lnTo>
                  <a:lnTo>
                    <a:pt x="1" y="0"/>
                  </a:lnTo>
                  <a:lnTo>
                    <a:pt x="559132" y="273974"/>
                  </a:lnTo>
                  <a:lnTo>
                    <a:pt x="1118262" y="0"/>
                  </a:lnTo>
                  <a:close/>
                </a:path>
              </a:pathLst>
            </a:custGeom>
          </p:spPr>
          <p:style>
            <a:lnRef idx="2">
              <a:schemeClr val="accent3">
                <a:hueOff val="11624607"/>
                <a:satOff val="-37145"/>
                <a:lumOff val="-9412"/>
                <a:alphaOff val="0"/>
              </a:schemeClr>
            </a:lnRef>
            <a:fillRef idx="1">
              <a:schemeClr val="accent3">
                <a:hueOff val="11624607"/>
                <a:satOff val="-37145"/>
                <a:lumOff val="-9412"/>
                <a:alphaOff val="0"/>
              </a:schemeClr>
            </a:fillRef>
            <a:effectRef idx="0">
              <a:schemeClr val="accent3">
                <a:hueOff val="11624607"/>
                <a:satOff val="-37145"/>
                <a:lumOff val="-9412"/>
                <a:alphaOff val="0"/>
              </a:schemeClr>
            </a:effectRef>
            <a:fontRef idx="minor">
              <a:schemeClr val="lt1"/>
            </a:fontRef>
          </p:style>
          <p:txBody>
            <a:bodyPr spcFirstLastPara="0" vert="horz" wrap="square" lIns="14606" tIns="405997" rIns="14605" bIns="405998" numCol="1" spcCol="1270" anchor="ctr" anchorCtr="0">
              <a:noAutofit/>
            </a:bodyPr>
            <a:lstStyle/>
            <a:p>
              <a:pPr marL="0" lvl="0" indent="0" algn="ctr" defTabSz="1022350">
                <a:lnSpc>
                  <a:spcPct val="90000"/>
                </a:lnSpc>
                <a:spcBef>
                  <a:spcPct val="0"/>
                </a:spcBef>
                <a:spcAft>
                  <a:spcPct val="35000"/>
                </a:spcAft>
                <a:buNone/>
              </a:pPr>
              <a:r>
                <a:rPr lang="en-US" sz="2300" dirty="0"/>
                <a:t>4</a:t>
              </a:r>
              <a:endParaRPr lang="en-US" sz="2300" kern="1200" dirty="0"/>
            </a:p>
          </p:txBody>
        </p:sp>
        <p:sp>
          <p:nvSpPr>
            <p:cNvPr id="13" name="Freeform: Shape 12">
              <a:extLst>
                <a:ext uri="{FF2B5EF4-FFF2-40B4-BE49-F238E27FC236}">
                  <a16:creationId xmlns:a16="http://schemas.microsoft.com/office/drawing/2014/main" id="{0FB37D0C-2F97-F56B-E762-735C59295421}"/>
                </a:ext>
              </a:extLst>
            </p:cNvPr>
            <p:cNvSpPr/>
            <p:nvPr/>
          </p:nvSpPr>
          <p:spPr>
            <a:xfrm>
              <a:off x="2916384" y="5390879"/>
              <a:ext cx="7774183" cy="726872"/>
            </a:xfrm>
            <a:custGeom>
              <a:avLst/>
              <a:gdLst>
                <a:gd name="connsiteX0" fmla="*/ 121148 w 726871"/>
                <a:gd name="connsiteY0" fmla="*/ 0 h 7774182"/>
                <a:gd name="connsiteX1" fmla="*/ 605723 w 726871"/>
                <a:gd name="connsiteY1" fmla="*/ 0 h 7774182"/>
                <a:gd name="connsiteX2" fmla="*/ 726871 w 726871"/>
                <a:gd name="connsiteY2" fmla="*/ 121148 h 7774182"/>
                <a:gd name="connsiteX3" fmla="*/ 726871 w 726871"/>
                <a:gd name="connsiteY3" fmla="*/ 7774182 h 7774182"/>
                <a:gd name="connsiteX4" fmla="*/ 726871 w 726871"/>
                <a:gd name="connsiteY4" fmla="*/ 7774182 h 7774182"/>
                <a:gd name="connsiteX5" fmla="*/ 0 w 726871"/>
                <a:gd name="connsiteY5" fmla="*/ 7774182 h 7774182"/>
                <a:gd name="connsiteX6" fmla="*/ 0 w 726871"/>
                <a:gd name="connsiteY6" fmla="*/ 7774182 h 7774182"/>
                <a:gd name="connsiteX7" fmla="*/ 0 w 726871"/>
                <a:gd name="connsiteY7" fmla="*/ 121148 h 7774182"/>
                <a:gd name="connsiteX8" fmla="*/ 121148 w 726871"/>
                <a:gd name="connsiteY8" fmla="*/ 0 h 7774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6871" h="7774182">
                  <a:moveTo>
                    <a:pt x="726871" y="1295731"/>
                  </a:moveTo>
                  <a:lnTo>
                    <a:pt x="726871" y="6478451"/>
                  </a:lnTo>
                  <a:cubicBezTo>
                    <a:pt x="726871" y="7194059"/>
                    <a:pt x="721800" y="7774177"/>
                    <a:pt x="715544" y="7774177"/>
                  </a:cubicBezTo>
                  <a:lnTo>
                    <a:pt x="0" y="7774177"/>
                  </a:lnTo>
                  <a:lnTo>
                    <a:pt x="0" y="7774177"/>
                  </a:lnTo>
                  <a:lnTo>
                    <a:pt x="0" y="5"/>
                  </a:lnTo>
                  <a:lnTo>
                    <a:pt x="0" y="5"/>
                  </a:lnTo>
                  <a:lnTo>
                    <a:pt x="715544" y="5"/>
                  </a:lnTo>
                  <a:cubicBezTo>
                    <a:pt x="721800" y="5"/>
                    <a:pt x="726871" y="580123"/>
                    <a:pt x="726871" y="1295731"/>
                  </a:cubicBezTo>
                  <a:close/>
                </a:path>
              </a:pathLst>
            </a:custGeom>
          </p:spPr>
          <p:style>
            <a:lnRef idx="2">
              <a:schemeClr val="accent3">
                <a:hueOff val="11624607"/>
                <a:satOff val="-37145"/>
                <a:lumOff val="-9412"/>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txBody>
            <a:bodyPr spcFirstLastPara="0" vert="horz" wrap="square" lIns="256033" tIns="58344" rIns="58343" bIns="58343" numCol="1" spcCol="1270" anchor="ctr" anchorCtr="0">
              <a:noAutofit/>
            </a:bodyPr>
            <a:lstStyle/>
            <a:p>
              <a:pPr marL="285750" lvl="1" indent="-285750" algn="l" defTabSz="1600200">
                <a:lnSpc>
                  <a:spcPct val="90000"/>
                </a:lnSpc>
                <a:spcBef>
                  <a:spcPct val="0"/>
                </a:spcBef>
                <a:spcAft>
                  <a:spcPct val="15000"/>
                </a:spcAft>
                <a:buChar char="•"/>
              </a:pPr>
              <a:r>
                <a:rPr lang="en-US" sz="3600" kern="1200" dirty="0" err="1">
                  <a:latin typeface="Times New Roman" panose="02020603050405020304" pitchFamily="18" charset="0"/>
                  <a:cs typeface="Times New Roman" panose="02020603050405020304" pitchFamily="18" charset="0"/>
                </a:rPr>
                <a:t>Kết</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luận</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và</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hướng</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phát</a:t>
              </a:r>
              <a:r>
                <a:rPr lang="en-US" sz="3600" kern="1200" dirty="0">
                  <a:latin typeface="Times New Roman" panose="02020603050405020304" pitchFamily="18" charset="0"/>
                  <a:cs typeface="Times New Roman" panose="02020603050405020304" pitchFamily="18" charset="0"/>
                </a:rPr>
                <a:t> </a:t>
              </a:r>
              <a:r>
                <a:rPr lang="en-US" sz="3600" kern="1200" dirty="0" err="1">
                  <a:latin typeface="Times New Roman" panose="02020603050405020304" pitchFamily="18" charset="0"/>
                  <a:cs typeface="Times New Roman" panose="02020603050405020304" pitchFamily="18" charset="0"/>
                </a:rPr>
                <a:t>triển</a:t>
              </a:r>
              <a:endParaRPr lang="en-US" sz="3600" kern="1200" dirty="0">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1837084038"/>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p>
        </p:txBody>
      </p:sp>
      <p:graphicFrame>
        <p:nvGraphicFramePr>
          <p:cNvPr id="4" name="Diagram 3">
            <a:extLst>
              <a:ext uri="{FF2B5EF4-FFF2-40B4-BE49-F238E27FC236}">
                <a16:creationId xmlns:a16="http://schemas.microsoft.com/office/drawing/2014/main" id="{9C07DCF4-DBF5-1334-11CC-A28B792E224C}"/>
              </a:ext>
            </a:extLst>
          </p:cNvPr>
          <p:cNvGraphicFramePr/>
          <p:nvPr>
            <p:extLst>
              <p:ext uri="{D42A27DB-BD31-4B8C-83A1-F6EECF244321}">
                <p14:modId xmlns:p14="http://schemas.microsoft.com/office/powerpoint/2010/main" val="2263759806"/>
              </p:ext>
            </p:extLst>
          </p:nvPr>
        </p:nvGraphicFramePr>
        <p:xfrm>
          <a:off x="1138759" y="1957874"/>
          <a:ext cx="10524081" cy="57569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895462020"/>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endParaRPr lang="en-US" sz="4000" dirty="0">
              <a:solidFill>
                <a:schemeClr val="tx1"/>
              </a:solidFill>
              <a:latin typeface="Times New Roman" panose="02020603050405020304" pitchFamily="18" charset="0"/>
              <a:cs typeface="Times New Roman" panose="02020603050405020304" pitchFamily="18" charset="0"/>
            </a:endParaRPr>
          </a:p>
        </p:txBody>
      </p:sp>
      <p:grpSp>
        <p:nvGrpSpPr>
          <p:cNvPr id="8" name="Group 7"/>
          <p:cNvGrpSpPr/>
          <p:nvPr/>
        </p:nvGrpSpPr>
        <p:grpSpPr>
          <a:xfrm>
            <a:off x="562832" y="3164616"/>
            <a:ext cx="3363608" cy="3281708"/>
            <a:chOff x="8958533" y="3072284"/>
            <a:chExt cx="3709140" cy="3294913"/>
          </a:xfrm>
        </p:grpSpPr>
        <p:pic>
          <p:nvPicPr>
            <p:cNvPr id="1030" name="Picture 6" descr="Bài 2: Xu hướng toàn cầu hóa, khu vực hóa kinh tế | Địa lí 11 trang 10 -  Tech12h"/>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8533" y="3072284"/>
              <a:ext cx="3709140" cy="2523744"/>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9" name="TextBox 8"/>
            <p:cNvSpPr txBox="1"/>
            <p:nvPr/>
          </p:nvSpPr>
          <p:spPr>
            <a:xfrm>
              <a:off x="8958533" y="5905532"/>
              <a:ext cx="3259743"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Xu </a:t>
              </a:r>
              <a:r>
                <a:rPr lang="en-US" sz="2400" dirty="0" err="1">
                  <a:latin typeface="Times New Roman" panose="02020603050405020304" pitchFamily="18" charset="0"/>
                  <a:cs typeface="Times New Roman" panose="02020603050405020304" pitchFamily="18" charset="0"/>
                </a:rPr>
                <a:t>hướng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toàn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cầu</a:t>
              </a:r>
              <a:endParaRPr lang="en-US" sz="2400" dirty="0">
                <a:latin typeface="Times New Roman" panose="02020603050405020304" pitchFamily="18" charset="0"/>
                <a:cs typeface="Times New Roman" panose="02020603050405020304" pitchFamily="18" charset="0"/>
              </a:endParaRPr>
            </a:p>
          </p:txBody>
        </p:sp>
      </p:grpSp>
      <p:sp>
        <p:nvSpPr>
          <p:cNvPr id="11" name="Rectangle 10"/>
          <p:cNvSpPr/>
          <p:nvPr/>
        </p:nvSpPr>
        <p:spPr>
          <a:xfrm>
            <a:off x="1128879" y="1966848"/>
            <a:ext cx="2920992" cy="579967"/>
          </a:xfrm>
          <a:prstGeom prst="rect">
            <a:avLst/>
          </a:prstGeom>
        </p:spPr>
        <p:txBody>
          <a:bodyPr wrap="none">
            <a:spAutoFit/>
          </a:bodyPr>
          <a:lstStyle/>
          <a:p>
            <a:pPr marL="457200" indent="-457200">
              <a:lnSpc>
                <a:spcPct val="150000"/>
              </a:lnSpc>
              <a:buFont typeface="Wingdings" pitchFamily="2" charset="2"/>
              <a:buChar char="q"/>
            </a:pPr>
            <a:r>
              <a:rPr lang="en-US" sz="2400" b="1" dirty="0" err="1">
                <a:latin typeface="Times New Roman" panose="02020603050405020304" pitchFamily="18" charset="0"/>
                <a:cs typeface="Times New Roman" panose="02020603050405020304" pitchFamily="18" charset="0"/>
              </a:rPr>
              <a:t>Lý</a:t>
            </a:r>
            <a:r>
              <a:rPr lang="en-US" sz="2400" b="1" dirty="0">
                <a:latin typeface="Times New Roman" panose="02020603050405020304" pitchFamily="18" charset="0"/>
                <a:cs typeface="Times New Roman" panose="02020603050405020304" pitchFamily="18" charset="0"/>
              </a:rPr>
              <a:t> do </a:t>
            </a:r>
            <a:r>
              <a:rPr lang="en-US" sz="2400" b="1" dirty="0" err="1">
                <a:latin typeface="Times New Roman" panose="02020603050405020304" pitchFamily="18" charset="0"/>
                <a:cs typeface="Times New Roman" panose="02020603050405020304" pitchFamily="18" charset="0"/>
              </a:rPr>
              <a:t>chọn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đề</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tài</a:t>
            </a:r>
            <a:endParaRPr lang="en-US" sz="2400" b="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89A3188E-9A41-C937-DF5C-2DE8EDFA3273}"/>
              </a:ext>
            </a:extLst>
          </p:cNvPr>
          <p:cNvSpPr txBox="1"/>
          <p:nvPr/>
        </p:nvSpPr>
        <p:spPr>
          <a:xfrm>
            <a:off x="4374698" y="6003292"/>
            <a:ext cx="2956075" cy="459815"/>
          </a:xfrm>
          <a:prstGeom prst="rect">
            <a:avLst/>
          </a:prstGeom>
          <a:noFill/>
        </p:spPr>
        <p:txBody>
          <a:bodyPr wrap="square" rtlCol="0">
            <a:spAutoFit/>
          </a:bodyPr>
          <a:lstStyle/>
          <a:p>
            <a:pPr algn="ctr"/>
            <a:r>
              <a:rPr lang="en-US" sz="2400">
                <a:latin typeface="Times New Roman" panose="02020603050405020304" pitchFamily="18" charset="0"/>
                <a:cs typeface="Times New Roman" panose="02020603050405020304" pitchFamily="18" charset="0"/>
              </a:rPr>
              <a:t>Tối ưu hóa quản lý</a:t>
            </a:r>
            <a:endParaRPr lang="en-US" sz="2400" dirty="0">
              <a:latin typeface="Times New Roman" panose="02020603050405020304" pitchFamily="18" charset="0"/>
              <a:cs typeface="Times New Roman" panose="02020603050405020304" pitchFamily="18" charset="0"/>
            </a:endParaRPr>
          </a:p>
        </p:txBody>
      </p:sp>
      <p:pic>
        <p:nvPicPr>
          <p:cNvPr id="16" name="Picture 2" descr="Smart Classroom Management System">
            <a:extLst>
              <a:ext uri="{FF2B5EF4-FFF2-40B4-BE49-F238E27FC236}">
                <a16:creationId xmlns:a16="http://schemas.microsoft.com/office/drawing/2014/main" id="{3F823AB3-F3EC-0669-5FA5-17C1174C58B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18994" y="3066466"/>
            <a:ext cx="2611779" cy="261177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4" descr="08 Phần mềm quản lý lớp học thông minh tốt nhất hiện nay">
            <a:extLst>
              <a:ext uri="{FF2B5EF4-FFF2-40B4-BE49-F238E27FC236}">
                <a16:creationId xmlns:a16="http://schemas.microsoft.com/office/drawing/2014/main" id="{FC9B4313-5D5D-AE27-7048-00CC50130F4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540387" y="3000723"/>
            <a:ext cx="3167183" cy="2841416"/>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8A79E63-F2BA-1070-50B6-C09DE39A324D}"/>
              </a:ext>
            </a:extLst>
          </p:cNvPr>
          <p:cNvSpPr txBox="1"/>
          <p:nvPr/>
        </p:nvSpPr>
        <p:spPr>
          <a:xfrm>
            <a:off x="8186564" y="6003292"/>
            <a:ext cx="4169773" cy="461665"/>
          </a:xfrm>
          <a:prstGeom prst="rect">
            <a:avLst/>
          </a:prstGeom>
          <a:noFill/>
        </p:spPr>
        <p:txBody>
          <a:bodyPr wrap="square" rtlCol="0">
            <a:spAutoFit/>
          </a:bodyPr>
          <a:lstStyle/>
          <a:p>
            <a:pPr algn="ctr"/>
            <a:r>
              <a:rPr lang="en-US" sz="2400">
                <a:latin typeface="Times New Roman" panose="02020603050405020304" pitchFamily="18" charset="0"/>
                <a:cs typeface="Times New Roman" panose="02020603050405020304" pitchFamily="18" charset="0"/>
              </a:rPr>
              <a:t>Tiết kệm thời gian và nguồn lực</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678653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p>
        </p:txBody>
      </p:sp>
      <p:sp>
        <p:nvSpPr>
          <p:cNvPr id="2" name="TextBox 1"/>
          <p:cNvSpPr txBox="1"/>
          <p:nvPr/>
        </p:nvSpPr>
        <p:spPr>
          <a:xfrm>
            <a:off x="1137403" y="1971744"/>
            <a:ext cx="3863148"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Mục</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tiêu</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cứu</a:t>
            </a:r>
            <a:endParaRPr lang="en-US" sz="2800" b="1" dirty="0">
              <a:latin typeface="Times New Roman" panose="02020603050405020304" pitchFamily="18" charset="0"/>
              <a:cs typeface="Times New Roman" panose="02020603050405020304" pitchFamily="18" charset="0"/>
            </a:endParaRPr>
          </a:p>
        </p:txBody>
      </p:sp>
      <p:pic>
        <p:nvPicPr>
          <p:cNvPr id="19" name="Graphic 18" descr="Research">
            <a:extLst>
              <a:ext uri="{FF2B5EF4-FFF2-40B4-BE49-F238E27FC236}">
                <a16:creationId xmlns:a16="http://schemas.microsoft.com/office/drawing/2014/main" id="{4DB0DBD8-F5A3-7D2C-AC78-E11CD5D4B9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94514" y="2015931"/>
            <a:ext cx="705394" cy="705394"/>
          </a:xfrm>
          <a:prstGeom prst="rect">
            <a:avLst/>
          </a:prstGeom>
        </p:spPr>
      </p:pic>
      <p:graphicFrame>
        <p:nvGraphicFramePr>
          <p:cNvPr id="30" name="Diagram 29">
            <a:extLst>
              <a:ext uri="{FF2B5EF4-FFF2-40B4-BE49-F238E27FC236}">
                <a16:creationId xmlns:a16="http://schemas.microsoft.com/office/drawing/2014/main" id="{62D35C31-1873-7200-581F-E2AFFE1B7F94}"/>
              </a:ext>
            </a:extLst>
          </p:cNvPr>
          <p:cNvGraphicFramePr/>
          <p:nvPr>
            <p:extLst>
              <p:ext uri="{D42A27DB-BD31-4B8C-83A1-F6EECF244321}">
                <p14:modId xmlns:p14="http://schemas.microsoft.com/office/powerpoint/2010/main" val="4049422727"/>
              </p:ext>
            </p:extLst>
          </p:nvPr>
        </p:nvGraphicFramePr>
        <p:xfrm>
          <a:off x="1802674" y="3233472"/>
          <a:ext cx="9485595" cy="367678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254598937"/>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latin typeface="Times New Roman" panose="02020603050405020304" pitchFamily="18" charset="0"/>
                <a:cs typeface="Times New Roman" panose="02020603050405020304" pitchFamily="18" charset="0"/>
              </a:rPr>
              <a:t>1. TỔNG QUAN ĐỀ TÀI</a:t>
            </a:r>
          </a:p>
        </p:txBody>
      </p:sp>
      <p:sp>
        <p:nvSpPr>
          <p:cNvPr id="2" name="TextBox 1"/>
          <p:cNvSpPr txBox="1"/>
          <p:nvPr/>
        </p:nvSpPr>
        <p:spPr>
          <a:xfrm>
            <a:off x="0" y="4611190"/>
            <a:ext cx="4151477" cy="661207"/>
          </a:xfrm>
          <a:prstGeom prst="rect">
            <a:avLst/>
          </a:prstGeom>
          <a:noFill/>
        </p:spPr>
        <p:txBody>
          <a:bodyPr wrap="square" rtlCol="0">
            <a:spAutoFit/>
          </a:bodyPr>
          <a:lstStyle/>
          <a:p>
            <a:pPr marL="457200" indent="-457200" algn="ctr">
              <a:lnSpc>
                <a:spcPct val="150000"/>
              </a:lnSpc>
              <a:buFont typeface="Wingdings" panose="05000000000000000000" pitchFamily="2" charset="2"/>
              <a:buChar char="Ø"/>
            </a:pPr>
            <a:r>
              <a:rPr lang="en-US" sz="2800" b="1" dirty="0" err="1">
                <a:latin typeface="Times New Roman" panose="02020603050405020304" pitchFamily="18" charset="0"/>
                <a:cs typeface="Times New Roman" panose="02020603050405020304" pitchFamily="18" charset="0"/>
              </a:rPr>
              <a:t>Đối</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tượng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nghiên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cứu</a:t>
            </a:r>
            <a:endParaRPr lang="en-US" sz="2800" b="1" dirty="0">
              <a:latin typeface="Times New Roman" panose="02020603050405020304" pitchFamily="18" charset="0"/>
              <a:cs typeface="Times New Roman" panose="02020603050405020304" pitchFamily="18" charset="0"/>
            </a:endParaRPr>
          </a:p>
        </p:txBody>
      </p:sp>
      <p:graphicFrame>
        <p:nvGraphicFramePr>
          <p:cNvPr id="4" name="Diagram 3">
            <a:extLst>
              <a:ext uri="{FF2B5EF4-FFF2-40B4-BE49-F238E27FC236}">
                <a16:creationId xmlns:a16="http://schemas.microsoft.com/office/drawing/2014/main" id="{B936F772-2637-2AA5-886F-FDAD76EB6889}"/>
              </a:ext>
            </a:extLst>
          </p:cNvPr>
          <p:cNvGraphicFramePr/>
          <p:nvPr>
            <p:extLst>
              <p:ext uri="{D42A27DB-BD31-4B8C-83A1-F6EECF244321}">
                <p14:modId xmlns:p14="http://schemas.microsoft.com/office/powerpoint/2010/main" val="1668832195"/>
              </p:ext>
            </p:extLst>
          </p:nvPr>
        </p:nvGraphicFramePr>
        <p:xfrm>
          <a:off x="4398219" y="2235200"/>
          <a:ext cx="7866352" cy="547965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019048631"/>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a:solidFill>
                  <a:schemeClr val="tx1"/>
                </a:solidFill>
                <a:latin typeface="Times New Roman" panose="02020603050405020304" pitchFamily="18" charset="0"/>
                <a:cs typeface="Times New Roman" panose="02020603050405020304" pitchFamily="18" charset="0"/>
              </a:rPr>
              <a:t>2.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HỆ THỐNG</a:t>
            </a:r>
            <a:endParaRPr lang="en-US" sz="4000"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70FECE35-A0BB-FCA7-554E-2E9E89ED0275}"/>
              </a:ext>
            </a:extLst>
          </p:cNvPr>
          <p:cNvPicPr>
            <a:picLocks noChangeAspect="1"/>
          </p:cNvPicPr>
          <p:nvPr/>
        </p:nvPicPr>
        <p:blipFill>
          <a:blip r:embed="rId3"/>
          <a:stretch>
            <a:fillRect/>
          </a:stretch>
        </p:blipFill>
        <p:spPr>
          <a:xfrm>
            <a:off x="2225947" y="2012721"/>
            <a:ext cx="9228020" cy="5224101"/>
          </a:xfrm>
          <a:prstGeom prst="rect">
            <a:avLst/>
          </a:prstGeom>
        </p:spPr>
      </p:pic>
      <p:sp>
        <p:nvSpPr>
          <p:cNvPr id="4" name="TextBox 3">
            <a:extLst>
              <a:ext uri="{FF2B5EF4-FFF2-40B4-BE49-F238E27FC236}">
                <a16:creationId xmlns:a16="http://schemas.microsoft.com/office/drawing/2014/main" id="{D797D882-CDD5-5C46-14A1-6D3FC1BA041D}"/>
              </a:ext>
            </a:extLst>
          </p:cNvPr>
          <p:cNvSpPr txBox="1"/>
          <p:nvPr/>
        </p:nvSpPr>
        <p:spPr>
          <a:xfrm>
            <a:off x="5486401" y="7434022"/>
            <a:ext cx="2864887" cy="492443"/>
          </a:xfrm>
          <a:prstGeom prst="rect">
            <a:avLst/>
          </a:prstGeom>
          <a:noFill/>
        </p:spPr>
        <p:txBody>
          <a:bodyPr wrap="none" rtlCol="0">
            <a:spAutoFit/>
          </a:bodyPr>
          <a:lstStyle/>
          <a:p>
            <a:r>
              <a:rPr lang="en-US" sz="2600">
                <a:latin typeface="Times New Roman" panose="02020603050405020304" pitchFamily="18" charset="0"/>
                <a:cs typeface="Times New Roman" panose="02020603050405020304" pitchFamily="18" charset="0"/>
              </a:rPr>
              <a:t>Sơ đồ khối hệ thống</a:t>
            </a:r>
          </a:p>
        </p:txBody>
      </p:sp>
    </p:spTree>
    <p:extLst>
      <p:ext uri="{BB962C8B-B14F-4D97-AF65-F5344CB8AC3E}">
        <p14:creationId xmlns:p14="http://schemas.microsoft.com/office/powerpoint/2010/main" val="4250492975"/>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a:t>
            </a:r>
            <a:r>
              <a:rPr lang="en-US" sz="4000">
                <a:solidFill>
                  <a:schemeClr val="tx1"/>
                </a:solidFill>
                <a:latin typeface="Times New Roman" panose="02020603050405020304" pitchFamily="18" charset="0"/>
                <a:cs typeface="Times New Roman" panose="02020603050405020304" pitchFamily="18" charset="0"/>
              </a:rPr>
              <a:t>.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grpSp>
        <p:nvGrpSpPr>
          <p:cNvPr id="3081" name="Group 3080">
            <a:extLst>
              <a:ext uri="{FF2B5EF4-FFF2-40B4-BE49-F238E27FC236}">
                <a16:creationId xmlns:a16="http://schemas.microsoft.com/office/drawing/2014/main" id="{A7BEFADB-C339-348A-F925-BC20807319DD}"/>
              </a:ext>
            </a:extLst>
          </p:cNvPr>
          <p:cNvGrpSpPr/>
          <p:nvPr/>
        </p:nvGrpSpPr>
        <p:grpSpPr>
          <a:xfrm>
            <a:off x="636129" y="2096685"/>
            <a:ext cx="11329448" cy="2488642"/>
            <a:chOff x="636129" y="2096684"/>
            <a:chExt cx="11812774" cy="2912123"/>
          </a:xfrm>
        </p:grpSpPr>
        <p:grpSp>
          <p:nvGrpSpPr>
            <p:cNvPr id="12" name="Group 11">
              <a:extLst>
                <a:ext uri="{FF2B5EF4-FFF2-40B4-BE49-F238E27FC236}">
                  <a16:creationId xmlns:a16="http://schemas.microsoft.com/office/drawing/2014/main" id="{F9CB74F5-29F1-C3F1-C2E2-E967BD079A0C}"/>
                </a:ext>
              </a:extLst>
            </p:cNvPr>
            <p:cNvGrpSpPr/>
            <p:nvPr/>
          </p:nvGrpSpPr>
          <p:grpSpPr>
            <a:xfrm>
              <a:off x="6703657" y="2111914"/>
              <a:ext cx="2913785" cy="2896893"/>
              <a:chOff x="1702080" y="3164249"/>
              <a:chExt cx="3400909" cy="3419374"/>
            </a:xfrm>
          </p:grpSpPr>
          <p:grpSp>
            <p:nvGrpSpPr>
              <p:cNvPr id="8" name="Group 33">
                <a:extLst>
                  <a:ext uri="{FF2B5EF4-FFF2-40B4-BE49-F238E27FC236}">
                    <a16:creationId xmlns:a16="http://schemas.microsoft.com/office/drawing/2014/main" id="{155F0E38-AD5B-8F37-CCCF-748D18B5A394}"/>
                  </a:ext>
                </a:extLst>
              </p:cNvPr>
              <p:cNvGrpSpPr/>
              <p:nvPr/>
            </p:nvGrpSpPr>
            <p:grpSpPr>
              <a:xfrm>
                <a:off x="1702080" y="3164249"/>
                <a:ext cx="3400909" cy="3419374"/>
                <a:chOff x="0" y="0"/>
                <a:chExt cx="5863109" cy="6633581"/>
              </a:xfrm>
            </p:grpSpPr>
            <p:sp>
              <p:nvSpPr>
                <p:cNvPr id="9" name="Freeform 34">
                  <a:extLst>
                    <a:ext uri="{FF2B5EF4-FFF2-40B4-BE49-F238E27FC236}">
                      <a16:creationId xmlns:a16="http://schemas.microsoft.com/office/drawing/2014/main" id="{C57547B0-0592-9EB1-19C9-AA301FA3A814}"/>
                    </a:ext>
                  </a:extLst>
                </p:cNvPr>
                <p:cNvSpPr/>
                <p:nvPr/>
              </p:nvSpPr>
              <p:spPr>
                <a:xfrm>
                  <a:off x="31750" y="31750"/>
                  <a:ext cx="5799609" cy="6570081"/>
                </a:xfrm>
                <a:custGeom>
                  <a:avLst/>
                  <a:gdLst/>
                  <a:ahLst/>
                  <a:cxnLst/>
                  <a:rect l="l" t="t" r="r" b="b"/>
                  <a:pathLst>
                    <a:path w="5799609" h="6570081">
                      <a:moveTo>
                        <a:pt x="5706899" y="6570081"/>
                      </a:moveTo>
                      <a:lnTo>
                        <a:pt x="92710" y="6570081"/>
                      </a:lnTo>
                      <a:cubicBezTo>
                        <a:pt x="41910" y="6570081"/>
                        <a:pt x="0" y="6528171"/>
                        <a:pt x="0" y="6477371"/>
                      </a:cubicBezTo>
                      <a:lnTo>
                        <a:pt x="0" y="92710"/>
                      </a:lnTo>
                      <a:cubicBezTo>
                        <a:pt x="0" y="41910"/>
                        <a:pt x="41910" y="0"/>
                        <a:pt x="92710" y="0"/>
                      </a:cubicBezTo>
                      <a:lnTo>
                        <a:pt x="5705629" y="0"/>
                      </a:lnTo>
                      <a:cubicBezTo>
                        <a:pt x="5756429" y="0"/>
                        <a:pt x="5798339" y="41910"/>
                        <a:pt x="5798339" y="92710"/>
                      </a:cubicBezTo>
                      <a:lnTo>
                        <a:pt x="5798339" y="6476101"/>
                      </a:lnTo>
                      <a:cubicBezTo>
                        <a:pt x="5799609" y="6528171"/>
                        <a:pt x="5757699" y="6570081"/>
                        <a:pt x="5706899" y="6570081"/>
                      </a:cubicBezTo>
                      <a:close/>
                    </a:path>
                  </a:pathLst>
                </a:custGeom>
                <a:solidFill>
                  <a:srgbClr val="FFFFFF"/>
                </a:solidFill>
              </p:spPr>
            </p:sp>
            <p:sp>
              <p:nvSpPr>
                <p:cNvPr id="10" name="Freeform 35">
                  <a:extLst>
                    <a:ext uri="{FF2B5EF4-FFF2-40B4-BE49-F238E27FC236}">
                      <a16:creationId xmlns:a16="http://schemas.microsoft.com/office/drawing/2014/main" id="{49192570-6D83-B1B8-3EAB-7237A9B69490}"/>
                    </a:ext>
                  </a:extLst>
                </p:cNvPr>
                <p:cNvSpPr/>
                <p:nvPr/>
              </p:nvSpPr>
              <p:spPr>
                <a:xfrm>
                  <a:off x="0" y="0"/>
                  <a:ext cx="5863109" cy="6633581"/>
                </a:xfrm>
                <a:custGeom>
                  <a:avLst/>
                  <a:gdLst/>
                  <a:ahLst/>
                  <a:cxnLst/>
                  <a:rect l="l" t="t" r="r" b="b"/>
                  <a:pathLst>
                    <a:path w="5863109" h="6633581">
                      <a:moveTo>
                        <a:pt x="5738649" y="59690"/>
                      </a:moveTo>
                      <a:cubicBezTo>
                        <a:pt x="5774209" y="59690"/>
                        <a:pt x="5803419" y="88900"/>
                        <a:pt x="5803419" y="124460"/>
                      </a:cubicBezTo>
                      <a:lnTo>
                        <a:pt x="5803419" y="6509121"/>
                      </a:lnTo>
                      <a:cubicBezTo>
                        <a:pt x="5803419" y="6544681"/>
                        <a:pt x="5774209" y="6573891"/>
                        <a:pt x="5738649" y="6573891"/>
                      </a:cubicBezTo>
                      <a:lnTo>
                        <a:pt x="124460" y="6573891"/>
                      </a:lnTo>
                      <a:cubicBezTo>
                        <a:pt x="88900" y="6573891"/>
                        <a:pt x="59690" y="6544681"/>
                        <a:pt x="59690" y="6509121"/>
                      </a:cubicBezTo>
                      <a:lnTo>
                        <a:pt x="59690" y="124460"/>
                      </a:lnTo>
                      <a:cubicBezTo>
                        <a:pt x="59690" y="88900"/>
                        <a:pt x="88900" y="59690"/>
                        <a:pt x="124460" y="59690"/>
                      </a:cubicBezTo>
                      <a:lnTo>
                        <a:pt x="5738649" y="59690"/>
                      </a:lnTo>
                      <a:moveTo>
                        <a:pt x="5738649" y="0"/>
                      </a:moveTo>
                      <a:lnTo>
                        <a:pt x="124460" y="0"/>
                      </a:lnTo>
                      <a:cubicBezTo>
                        <a:pt x="55880" y="0"/>
                        <a:pt x="0" y="55880"/>
                        <a:pt x="0" y="124460"/>
                      </a:cubicBezTo>
                      <a:lnTo>
                        <a:pt x="0" y="6509121"/>
                      </a:lnTo>
                      <a:cubicBezTo>
                        <a:pt x="0" y="6577701"/>
                        <a:pt x="55880" y="6633581"/>
                        <a:pt x="124460" y="6633581"/>
                      </a:cubicBezTo>
                      <a:lnTo>
                        <a:pt x="5738649" y="6633581"/>
                      </a:lnTo>
                      <a:cubicBezTo>
                        <a:pt x="5807229" y="6633581"/>
                        <a:pt x="5863109" y="6577701"/>
                        <a:pt x="5863109" y="6509121"/>
                      </a:cubicBezTo>
                      <a:lnTo>
                        <a:pt x="5863109" y="124460"/>
                      </a:lnTo>
                      <a:cubicBezTo>
                        <a:pt x="5863109" y="55880"/>
                        <a:pt x="5807229" y="0"/>
                        <a:pt x="5738649" y="0"/>
                      </a:cubicBezTo>
                      <a:close/>
                    </a:path>
                  </a:pathLst>
                </a:custGeom>
                <a:solidFill>
                  <a:srgbClr val="191919"/>
                </a:solidFill>
              </p:spPr>
            </p:sp>
          </p:grpSp>
          <p:pic>
            <p:nvPicPr>
              <p:cNvPr id="11" name="Picture 6" descr="Relay 5V10A 5 Chân SRD-05VDC-SL-C Chính Hãng">
                <a:extLst>
                  <a:ext uri="{FF2B5EF4-FFF2-40B4-BE49-F238E27FC236}">
                    <a16:creationId xmlns:a16="http://schemas.microsoft.com/office/drawing/2014/main" id="{89E6E567-2A36-5FFE-B42E-972F910BE055}"/>
                  </a:ext>
                </a:extLst>
              </p:cNvPr>
              <p:cNvPicPr>
                <a:picLocks noChangeAspect="1" noChangeArrowheads="1"/>
              </p:cNvPicPr>
              <p:nvPr/>
            </p:nvPicPr>
            <p:blipFill rotWithShape="1">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8068" t="8966" r="8692" b="17771"/>
              <a:stretch/>
            </p:blipFill>
            <p:spPr bwMode="auto">
              <a:xfrm>
                <a:off x="1803729" y="3579222"/>
                <a:ext cx="3197610" cy="280855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 name="Group 15">
              <a:extLst>
                <a:ext uri="{FF2B5EF4-FFF2-40B4-BE49-F238E27FC236}">
                  <a16:creationId xmlns:a16="http://schemas.microsoft.com/office/drawing/2014/main" id="{F601E859-F464-26E3-F194-3AB07774A82F}"/>
                </a:ext>
              </a:extLst>
            </p:cNvPr>
            <p:cNvGrpSpPr/>
            <p:nvPr/>
          </p:nvGrpSpPr>
          <p:grpSpPr>
            <a:xfrm>
              <a:off x="636129" y="2096684"/>
              <a:ext cx="2730907" cy="2896893"/>
              <a:chOff x="1702079" y="2470294"/>
              <a:chExt cx="2730907" cy="2896893"/>
            </a:xfrm>
          </p:grpSpPr>
          <p:grpSp>
            <p:nvGrpSpPr>
              <p:cNvPr id="13" name="Group 33">
                <a:extLst>
                  <a:ext uri="{FF2B5EF4-FFF2-40B4-BE49-F238E27FC236}">
                    <a16:creationId xmlns:a16="http://schemas.microsoft.com/office/drawing/2014/main" id="{050F5CD5-522C-B250-409A-9D719B99761F}"/>
                  </a:ext>
                </a:extLst>
              </p:cNvPr>
              <p:cNvGrpSpPr/>
              <p:nvPr/>
            </p:nvGrpSpPr>
            <p:grpSpPr>
              <a:xfrm>
                <a:off x="1702079" y="2470294"/>
                <a:ext cx="2730907" cy="2896893"/>
                <a:chOff x="0" y="0"/>
                <a:chExt cx="5863109" cy="6633581"/>
              </a:xfrm>
            </p:grpSpPr>
            <p:sp>
              <p:nvSpPr>
                <p:cNvPr id="14" name="Freeform 34">
                  <a:extLst>
                    <a:ext uri="{FF2B5EF4-FFF2-40B4-BE49-F238E27FC236}">
                      <a16:creationId xmlns:a16="http://schemas.microsoft.com/office/drawing/2014/main" id="{8D90CC43-6AFC-82B0-6C6F-FBC9A8265763}"/>
                    </a:ext>
                  </a:extLst>
                </p:cNvPr>
                <p:cNvSpPr/>
                <p:nvPr/>
              </p:nvSpPr>
              <p:spPr>
                <a:xfrm>
                  <a:off x="31750" y="31750"/>
                  <a:ext cx="5799609" cy="6570081"/>
                </a:xfrm>
                <a:custGeom>
                  <a:avLst/>
                  <a:gdLst/>
                  <a:ahLst/>
                  <a:cxnLst/>
                  <a:rect l="l" t="t" r="r" b="b"/>
                  <a:pathLst>
                    <a:path w="5799609" h="6570081">
                      <a:moveTo>
                        <a:pt x="5706899" y="6570081"/>
                      </a:moveTo>
                      <a:lnTo>
                        <a:pt x="92710" y="6570081"/>
                      </a:lnTo>
                      <a:cubicBezTo>
                        <a:pt x="41910" y="6570081"/>
                        <a:pt x="0" y="6528171"/>
                        <a:pt x="0" y="6477371"/>
                      </a:cubicBezTo>
                      <a:lnTo>
                        <a:pt x="0" y="92710"/>
                      </a:lnTo>
                      <a:cubicBezTo>
                        <a:pt x="0" y="41910"/>
                        <a:pt x="41910" y="0"/>
                        <a:pt x="92710" y="0"/>
                      </a:cubicBezTo>
                      <a:lnTo>
                        <a:pt x="5705629" y="0"/>
                      </a:lnTo>
                      <a:cubicBezTo>
                        <a:pt x="5756429" y="0"/>
                        <a:pt x="5798339" y="41910"/>
                        <a:pt x="5798339" y="92710"/>
                      </a:cubicBezTo>
                      <a:lnTo>
                        <a:pt x="5798339" y="6476101"/>
                      </a:lnTo>
                      <a:cubicBezTo>
                        <a:pt x="5799609" y="6528171"/>
                        <a:pt x="5757699" y="6570081"/>
                        <a:pt x="5706899" y="6570081"/>
                      </a:cubicBezTo>
                      <a:close/>
                    </a:path>
                  </a:pathLst>
                </a:custGeom>
                <a:solidFill>
                  <a:srgbClr val="FFFFFF"/>
                </a:solidFill>
              </p:spPr>
            </p:sp>
            <p:sp>
              <p:nvSpPr>
                <p:cNvPr id="15" name="Freeform 35">
                  <a:extLst>
                    <a:ext uri="{FF2B5EF4-FFF2-40B4-BE49-F238E27FC236}">
                      <a16:creationId xmlns:a16="http://schemas.microsoft.com/office/drawing/2014/main" id="{FF6A75E4-8FF1-6596-5FE9-02829285F5C2}"/>
                    </a:ext>
                  </a:extLst>
                </p:cNvPr>
                <p:cNvSpPr/>
                <p:nvPr/>
              </p:nvSpPr>
              <p:spPr>
                <a:xfrm>
                  <a:off x="0" y="0"/>
                  <a:ext cx="5863109" cy="6633581"/>
                </a:xfrm>
                <a:custGeom>
                  <a:avLst/>
                  <a:gdLst/>
                  <a:ahLst/>
                  <a:cxnLst/>
                  <a:rect l="l" t="t" r="r" b="b"/>
                  <a:pathLst>
                    <a:path w="5863109" h="6633581">
                      <a:moveTo>
                        <a:pt x="5738649" y="59690"/>
                      </a:moveTo>
                      <a:cubicBezTo>
                        <a:pt x="5774209" y="59690"/>
                        <a:pt x="5803419" y="88900"/>
                        <a:pt x="5803419" y="124460"/>
                      </a:cubicBezTo>
                      <a:lnTo>
                        <a:pt x="5803419" y="6509121"/>
                      </a:lnTo>
                      <a:cubicBezTo>
                        <a:pt x="5803419" y="6544681"/>
                        <a:pt x="5774209" y="6573891"/>
                        <a:pt x="5738649" y="6573891"/>
                      </a:cubicBezTo>
                      <a:lnTo>
                        <a:pt x="124460" y="6573891"/>
                      </a:lnTo>
                      <a:cubicBezTo>
                        <a:pt x="88900" y="6573891"/>
                        <a:pt x="59690" y="6544681"/>
                        <a:pt x="59690" y="6509121"/>
                      </a:cubicBezTo>
                      <a:lnTo>
                        <a:pt x="59690" y="124460"/>
                      </a:lnTo>
                      <a:cubicBezTo>
                        <a:pt x="59690" y="88900"/>
                        <a:pt x="88900" y="59690"/>
                        <a:pt x="124460" y="59690"/>
                      </a:cubicBezTo>
                      <a:lnTo>
                        <a:pt x="5738649" y="59690"/>
                      </a:lnTo>
                      <a:moveTo>
                        <a:pt x="5738649" y="0"/>
                      </a:moveTo>
                      <a:lnTo>
                        <a:pt x="124460" y="0"/>
                      </a:lnTo>
                      <a:cubicBezTo>
                        <a:pt x="55880" y="0"/>
                        <a:pt x="0" y="55880"/>
                        <a:pt x="0" y="124460"/>
                      </a:cubicBezTo>
                      <a:lnTo>
                        <a:pt x="0" y="6509121"/>
                      </a:lnTo>
                      <a:cubicBezTo>
                        <a:pt x="0" y="6577701"/>
                        <a:pt x="55880" y="6633581"/>
                        <a:pt x="124460" y="6633581"/>
                      </a:cubicBezTo>
                      <a:lnTo>
                        <a:pt x="5738649" y="6633581"/>
                      </a:lnTo>
                      <a:cubicBezTo>
                        <a:pt x="5807229" y="6633581"/>
                        <a:pt x="5863109" y="6577701"/>
                        <a:pt x="5863109" y="6509121"/>
                      </a:cubicBezTo>
                      <a:lnTo>
                        <a:pt x="5863109" y="124460"/>
                      </a:lnTo>
                      <a:cubicBezTo>
                        <a:pt x="5863109" y="55880"/>
                        <a:pt x="5807229" y="0"/>
                        <a:pt x="5738649" y="0"/>
                      </a:cubicBezTo>
                      <a:close/>
                    </a:path>
                  </a:pathLst>
                </a:custGeom>
                <a:solidFill>
                  <a:srgbClr val="191919"/>
                </a:solidFill>
              </p:spPr>
            </p:sp>
          </p:grpSp>
          <p:pic>
            <p:nvPicPr>
              <p:cNvPr id="3074" name="Picture 2" descr="Mua HiLetgo 1PC ESP8266 NodeMCU CP2102 ESP-12E Development Board Open  Source Serial Module Works Great for Arduino IDE/Micropython (Small) trên  Amazon Mỹ chính hãng 2024 | Fado">
                <a:extLst>
                  <a:ext uri="{FF2B5EF4-FFF2-40B4-BE49-F238E27FC236}">
                    <a16:creationId xmlns:a16="http://schemas.microsoft.com/office/drawing/2014/main" id="{310AAC1D-E5A0-6C8A-1753-349FC6B1746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05297" y="2744689"/>
                <a:ext cx="2524470" cy="243884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9" name="Group 18">
              <a:extLst>
                <a:ext uri="{FF2B5EF4-FFF2-40B4-BE49-F238E27FC236}">
                  <a16:creationId xmlns:a16="http://schemas.microsoft.com/office/drawing/2014/main" id="{7A791DAA-6E3D-C5B6-7BC2-8360C30840AA}"/>
                </a:ext>
              </a:extLst>
            </p:cNvPr>
            <p:cNvGrpSpPr/>
            <p:nvPr/>
          </p:nvGrpSpPr>
          <p:grpSpPr>
            <a:xfrm>
              <a:off x="3669893" y="2098047"/>
              <a:ext cx="2730907" cy="2910760"/>
              <a:chOff x="8538500" y="2666353"/>
              <a:chExt cx="2561021" cy="2896893"/>
            </a:xfrm>
          </p:grpSpPr>
          <p:pic>
            <p:nvPicPr>
              <p:cNvPr id="18" name="Picture 17">
                <a:extLst>
                  <a:ext uri="{FF2B5EF4-FFF2-40B4-BE49-F238E27FC236}">
                    <a16:creationId xmlns:a16="http://schemas.microsoft.com/office/drawing/2014/main" id="{82ACAB41-1B0B-B0FB-F68F-4DA3D264F6B6}"/>
                  </a:ext>
                </a:extLst>
              </p:cNvPr>
              <p:cNvPicPr>
                <a:picLocks noChangeAspect="1"/>
              </p:cNvPicPr>
              <p:nvPr/>
            </p:nvPicPr>
            <p:blipFill>
              <a:blip r:embed="rId5"/>
              <a:stretch>
                <a:fillRect/>
              </a:stretch>
            </p:blipFill>
            <p:spPr>
              <a:xfrm>
                <a:off x="8538500" y="2666353"/>
                <a:ext cx="2561021" cy="2896893"/>
              </a:xfrm>
              <a:prstGeom prst="rect">
                <a:avLst/>
              </a:prstGeom>
            </p:spPr>
          </p:pic>
          <p:pic>
            <p:nvPicPr>
              <p:cNvPr id="3076" name="Picture 4" descr="Module Nguồn AC-DC Hi-Link - Nshop">
                <a:extLst>
                  <a:ext uri="{FF2B5EF4-FFF2-40B4-BE49-F238E27FC236}">
                    <a16:creationId xmlns:a16="http://schemas.microsoft.com/office/drawing/2014/main" id="{16AF4CEE-4B98-6795-5D58-CFB90997054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8720994" y="3005235"/>
                <a:ext cx="2196032" cy="2196032"/>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77" name="Group 3076">
              <a:extLst>
                <a:ext uri="{FF2B5EF4-FFF2-40B4-BE49-F238E27FC236}">
                  <a16:creationId xmlns:a16="http://schemas.microsoft.com/office/drawing/2014/main" id="{EBC93709-B53B-8F2D-C737-2940A4329CAC}"/>
                </a:ext>
              </a:extLst>
            </p:cNvPr>
            <p:cNvGrpSpPr/>
            <p:nvPr/>
          </p:nvGrpSpPr>
          <p:grpSpPr>
            <a:xfrm>
              <a:off x="9920299" y="2147068"/>
              <a:ext cx="2528604" cy="2860224"/>
              <a:chOff x="9920299" y="2147068"/>
              <a:chExt cx="2528604" cy="2860224"/>
            </a:xfrm>
          </p:grpSpPr>
          <p:pic>
            <p:nvPicPr>
              <p:cNvPr id="3075" name="Picture 3074">
                <a:extLst>
                  <a:ext uri="{FF2B5EF4-FFF2-40B4-BE49-F238E27FC236}">
                    <a16:creationId xmlns:a16="http://schemas.microsoft.com/office/drawing/2014/main" id="{49F89604-FE85-B083-ED3A-DC09D9F2329E}"/>
                  </a:ext>
                </a:extLst>
              </p:cNvPr>
              <p:cNvPicPr>
                <a:picLocks noChangeAspect="1"/>
              </p:cNvPicPr>
              <p:nvPr/>
            </p:nvPicPr>
            <p:blipFill>
              <a:blip r:embed="rId5"/>
              <a:stretch>
                <a:fillRect/>
              </a:stretch>
            </p:blipFill>
            <p:spPr>
              <a:xfrm>
                <a:off x="9920299" y="2147068"/>
                <a:ext cx="2528604" cy="2860224"/>
              </a:xfrm>
              <a:prstGeom prst="rect">
                <a:avLst/>
              </a:prstGeom>
            </p:spPr>
          </p:pic>
          <p:pic>
            <p:nvPicPr>
              <p:cNvPr id="3090" name="Picture 18" descr="5pcs uu9.8 uf9.8 phổ biến chế độ Choke cuộn cảm 10mh 20mh 30mh 40mh 50mh  cho bộ lọc điện cảm Pitch 7*8mm dây đồng mạch tích hợp | Lazada.vn">
                <a:extLst>
                  <a:ext uri="{FF2B5EF4-FFF2-40B4-BE49-F238E27FC236}">
                    <a16:creationId xmlns:a16="http://schemas.microsoft.com/office/drawing/2014/main" id="{0421D170-81D4-7F7F-D8BD-5971A98C0EC8}"/>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023162" y="2371079"/>
                <a:ext cx="2274016" cy="2274016"/>
              </a:xfrm>
              <a:prstGeom prst="rect">
                <a:avLst/>
              </a:prstGeom>
              <a:noFill/>
              <a:extLst>
                <a:ext uri="{909E8E84-426E-40DD-AFC4-6F175D3DCCD1}">
                  <a14:hiddenFill xmlns:a14="http://schemas.microsoft.com/office/drawing/2010/main">
                    <a:solidFill>
                      <a:srgbClr val="FFFFFF"/>
                    </a:solidFill>
                  </a14:hiddenFill>
                </a:ext>
              </a:extLst>
            </p:spPr>
          </p:pic>
        </p:grpSp>
      </p:grpSp>
      <p:grpSp>
        <p:nvGrpSpPr>
          <p:cNvPr id="3083" name="Group 3082">
            <a:extLst>
              <a:ext uri="{FF2B5EF4-FFF2-40B4-BE49-F238E27FC236}">
                <a16:creationId xmlns:a16="http://schemas.microsoft.com/office/drawing/2014/main" id="{059E3F56-620A-1D76-37D6-DCBA82E2A143}"/>
              </a:ext>
            </a:extLst>
          </p:cNvPr>
          <p:cNvGrpSpPr/>
          <p:nvPr/>
        </p:nvGrpSpPr>
        <p:grpSpPr>
          <a:xfrm>
            <a:off x="1305939" y="5119679"/>
            <a:ext cx="10189722" cy="2501655"/>
            <a:chOff x="461442" y="5221340"/>
            <a:chExt cx="10189722" cy="2501655"/>
          </a:xfrm>
        </p:grpSpPr>
        <p:grpSp>
          <p:nvGrpSpPr>
            <p:cNvPr id="22" name="Group 21">
              <a:extLst>
                <a:ext uri="{FF2B5EF4-FFF2-40B4-BE49-F238E27FC236}">
                  <a16:creationId xmlns:a16="http://schemas.microsoft.com/office/drawing/2014/main" id="{EE2569AA-5E97-1D10-606A-D882D611838B}"/>
                </a:ext>
              </a:extLst>
            </p:cNvPr>
            <p:cNvGrpSpPr/>
            <p:nvPr/>
          </p:nvGrpSpPr>
          <p:grpSpPr>
            <a:xfrm>
              <a:off x="461442" y="5226214"/>
              <a:ext cx="2158440" cy="2488641"/>
              <a:chOff x="4367212" y="3326028"/>
              <a:chExt cx="2730907" cy="3089059"/>
            </a:xfrm>
          </p:grpSpPr>
          <p:pic>
            <p:nvPicPr>
              <p:cNvPr id="21" name="Picture 20">
                <a:extLst>
                  <a:ext uri="{FF2B5EF4-FFF2-40B4-BE49-F238E27FC236}">
                    <a16:creationId xmlns:a16="http://schemas.microsoft.com/office/drawing/2014/main" id="{D3040076-5C17-68D3-D32A-1F1351ECF22F}"/>
                  </a:ext>
                </a:extLst>
              </p:cNvPr>
              <p:cNvPicPr>
                <a:picLocks noChangeAspect="1"/>
              </p:cNvPicPr>
              <p:nvPr/>
            </p:nvPicPr>
            <p:blipFill>
              <a:blip r:embed="rId5"/>
              <a:stretch>
                <a:fillRect/>
              </a:stretch>
            </p:blipFill>
            <p:spPr>
              <a:xfrm>
                <a:off x="4367212" y="3326028"/>
                <a:ext cx="2730907" cy="3089059"/>
              </a:xfrm>
              <a:prstGeom prst="rect">
                <a:avLst/>
              </a:prstGeom>
            </p:spPr>
          </p:pic>
          <p:pic>
            <p:nvPicPr>
              <p:cNvPr id="3080" name="Picture 8" descr="B0505S-2W SIP4 IC Converter DC-DC">
                <a:extLst>
                  <a:ext uri="{FF2B5EF4-FFF2-40B4-BE49-F238E27FC236}">
                    <a16:creationId xmlns:a16="http://schemas.microsoft.com/office/drawing/2014/main" id="{04CBE2FE-280A-3933-08C9-3B71E4C25AD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436539" y="3644537"/>
                <a:ext cx="2592251" cy="2592251"/>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CEBFED72-1138-2C40-DF3C-887D012DCC40}"/>
                </a:ext>
              </a:extLst>
            </p:cNvPr>
            <p:cNvGrpSpPr/>
            <p:nvPr/>
          </p:nvGrpSpPr>
          <p:grpSpPr>
            <a:xfrm>
              <a:off x="3003875" y="5226214"/>
              <a:ext cx="2197682" cy="2488641"/>
              <a:chOff x="4497842" y="5287142"/>
              <a:chExt cx="2441534" cy="2732581"/>
            </a:xfrm>
          </p:grpSpPr>
          <p:pic>
            <p:nvPicPr>
              <p:cNvPr id="24" name="Picture 23">
                <a:extLst>
                  <a:ext uri="{FF2B5EF4-FFF2-40B4-BE49-F238E27FC236}">
                    <a16:creationId xmlns:a16="http://schemas.microsoft.com/office/drawing/2014/main" id="{AA38A52A-55E6-E933-624C-06EDB9CF027F}"/>
                  </a:ext>
                </a:extLst>
              </p:cNvPr>
              <p:cNvPicPr>
                <a:picLocks noChangeAspect="1"/>
              </p:cNvPicPr>
              <p:nvPr/>
            </p:nvPicPr>
            <p:blipFill>
              <a:blip r:embed="rId5"/>
              <a:stretch>
                <a:fillRect/>
              </a:stretch>
            </p:blipFill>
            <p:spPr>
              <a:xfrm>
                <a:off x="4497842" y="5287142"/>
                <a:ext cx="2415760" cy="2732581"/>
              </a:xfrm>
              <a:prstGeom prst="rect">
                <a:avLst/>
              </a:prstGeom>
            </p:spPr>
          </p:pic>
          <p:pic>
            <p:nvPicPr>
              <p:cNvPr id="3084" name="Picture 12" descr="PC817 SHARP DIP4 chất lượng - Linh Kiện 3M | ChợTrờiHN.vn | Linh Kiện Điện  Tử 3M">
                <a:extLst>
                  <a:ext uri="{FF2B5EF4-FFF2-40B4-BE49-F238E27FC236}">
                    <a16:creationId xmlns:a16="http://schemas.microsoft.com/office/drawing/2014/main" id="{43D9447D-79B9-6D95-B379-DF24BCE12C72}"/>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2174" t="-13908" r="-2174" b="14561"/>
              <a:stretch/>
            </p:blipFill>
            <p:spPr bwMode="auto">
              <a:xfrm>
                <a:off x="4544466" y="5458449"/>
                <a:ext cx="2394910" cy="237926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 name="Group 29">
              <a:extLst>
                <a:ext uri="{FF2B5EF4-FFF2-40B4-BE49-F238E27FC236}">
                  <a16:creationId xmlns:a16="http://schemas.microsoft.com/office/drawing/2014/main" id="{E37C6C20-D3B1-B0AA-1235-B5CC55496E25}"/>
                </a:ext>
              </a:extLst>
            </p:cNvPr>
            <p:cNvGrpSpPr/>
            <p:nvPr/>
          </p:nvGrpSpPr>
          <p:grpSpPr>
            <a:xfrm>
              <a:off x="5721950" y="5234354"/>
              <a:ext cx="2158441" cy="2488641"/>
              <a:chOff x="7373875" y="5117604"/>
              <a:chExt cx="2561021" cy="2896893"/>
            </a:xfrm>
          </p:grpSpPr>
          <p:pic>
            <p:nvPicPr>
              <p:cNvPr id="27" name="Picture 26">
                <a:extLst>
                  <a:ext uri="{FF2B5EF4-FFF2-40B4-BE49-F238E27FC236}">
                    <a16:creationId xmlns:a16="http://schemas.microsoft.com/office/drawing/2014/main" id="{CFEF608D-1C3D-CC25-012F-4C60F24BA4B7}"/>
                  </a:ext>
                </a:extLst>
              </p:cNvPr>
              <p:cNvPicPr>
                <a:picLocks noChangeAspect="1"/>
              </p:cNvPicPr>
              <p:nvPr/>
            </p:nvPicPr>
            <p:blipFill>
              <a:blip r:embed="rId5"/>
              <a:stretch>
                <a:fillRect/>
              </a:stretch>
            </p:blipFill>
            <p:spPr>
              <a:xfrm>
                <a:off x="7373875" y="5117604"/>
                <a:ext cx="2561021" cy="2896893"/>
              </a:xfrm>
              <a:prstGeom prst="rect">
                <a:avLst/>
              </a:prstGeom>
            </p:spPr>
          </p:pic>
          <p:pic>
            <p:nvPicPr>
              <p:cNvPr id="3088" name="Picture 16" descr="Transistor C1815 TO-92 50V 0.15A NPN">
                <a:extLst>
                  <a:ext uri="{FF2B5EF4-FFF2-40B4-BE49-F238E27FC236}">
                    <a16:creationId xmlns:a16="http://schemas.microsoft.com/office/drawing/2014/main" id="{2B237003-8356-AE3C-8555-9A49FCF0054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399377" y="5433720"/>
                <a:ext cx="2281135" cy="2281135"/>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079" name="Group 3078">
              <a:extLst>
                <a:ext uri="{FF2B5EF4-FFF2-40B4-BE49-F238E27FC236}">
                  <a16:creationId xmlns:a16="http://schemas.microsoft.com/office/drawing/2014/main" id="{218D1E3E-1456-C21E-509C-B4AF8481938C}"/>
                </a:ext>
              </a:extLst>
            </p:cNvPr>
            <p:cNvGrpSpPr/>
            <p:nvPr/>
          </p:nvGrpSpPr>
          <p:grpSpPr>
            <a:xfrm>
              <a:off x="8335221" y="5221340"/>
              <a:ext cx="2315943" cy="2488642"/>
              <a:chOff x="9618636" y="5172575"/>
              <a:chExt cx="2282627" cy="2703734"/>
            </a:xfrm>
          </p:grpSpPr>
          <p:pic>
            <p:nvPicPr>
              <p:cNvPr id="3072" name="Picture 3071">
                <a:extLst>
                  <a:ext uri="{FF2B5EF4-FFF2-40B4-BE49-F238E27FC236}">
                    <a16:creationId xmlns:a16="http://schemas.microsoft.com/office/drawing/2014/main" id="{ADDD6CFF-5ADA-E73E-5FB9-4B76029DC682}"/>
                  </a:ext>
                </a:extLst>
              </p:cNvPr>
              <p:cNvPicPr>
                <a:picLocks noChangeAspect="1"/>
              </p:cNvPicPr>
              <p:nvPr/>
            </p:nvPicPr>
            <p:blipFill>
              <a:blip r:embed="rId5"/>
              <a:stretch>
                <a:fillRect/>
              </a:stretch>
            </p:blipFill>
            <p:spPr>
              <a:xfrm>
                <a:off x="9618636" y="5172575"/>
                <a:ext cx="2282627" cy="2703734"/>
              </a:xfrm>
              <a:prstGeom prst="rect">
                <a:avLst/>
              </a:prstGeom>
            </p:spPr>
          </p:pic>
          <p:pic>
            <p:nvPicPr>
              <p:cNvPr id="3092" name="Picture 20" descr="Cầu chì ống thủy tinh CHINA 6x30 15A - baa.vn">
                <a:extLst>
                  <a:ext uri="{FF2B5EF4-FFF2-40B4-BE49-F238E27FC236}">
                    <a16:creationId xmlns:a16="http://schemas.microsoft.com/office/drawing/2014/main" id="{D9CA79BC-ADB9-B3AD-2D3D-5D262BD51F3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781494" y="5483934"/>
                <a:ext cx="2064542" cy="2064542"/>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085" name="TextBox 3084">
            <a:extLst>
              <a:ext uri="{FF2B5EF4-FFF2-40B4-BE49-F238E27FC236}">
                <a16:creationId xmlns:a16="http://schemas.microsoft.com/office/drawing/2014/main" id="{35129111-6935-809B-4F94-B9AE8EDEB408}"/>
              </a:ext>
            </a:extLst>
          </p:cNvPr>
          <p:cNvSpPr txBox="1"/>
          <p:nvPr/>
        </p:nvSpPr>
        <p:spPr>
          <a:xfrm>
            <a:off x="1132052" y="4584032"/>
            <a:ext cx="1627561" cy="400110"/>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KIT ESP8266</a:t>
            </a:r>
          </a:p>
        </p:txBody>
      </p:sp>
      <p:sp>
        <p:nvSpPr>
          <p:cNvPr id="3087" name="TextBox 3086">
            <a:extLst>
              <a:ext uri="{FF2B5EF4-FFF2-40B4-BE49-F238E27FC236}">
                <a16:creationId xmlns:a16="http://schemas.microsoft.com/office/drawing/2014/main" id="{0DE7594B-6590-DD98-A41E-E4AA3B7895DC}"/>
              </a:ext>
            </a:extLst>
          </p:cNvPr>
          <p:cNvSpPr txBox="1"/>
          <p:nvPr/>
        </p:nvSpPr>
        <p:spPr>
          <a:xfrm>
            <a:off x="3692203" y="4584032"/>
            <a:ext cx="2063385" cy="400110"/>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Biến áp 220V -5V</a:t>
            </a:r>
          </a:p>
        </p:txBody>
      </p:sp>
      <p:sp>
        <p:nvSpPr>
          <p:cNvPr id="3089" name="TextBox 3088">
            <a:extLst>
              <a:ext uri="{FF2B5EF4-FFF2-40B4-BE49-F238E27FC236}">
                <a16:creationId xmlns:a16="http://schemas.microsoft.com/office/drawing/2014/main" id="{5752A94A-5AE0-6533-B92F-16333F5ECBE3}"/>
              </a:ext>
            </a:extLst>
          </p:cNvPr>
          <p:cNvSpPr txBox="1"/>
          <p:nvPr/>
        </p:nvSpPr>
        <p:spPr>
          <a:xfrm>
            <a:off x="7258750" y="4597176"/>
            <a:ext cx="1120884" cy="400110"/>
          </a:xfrm>
          <a:prstGeom prst="rect">
            <a:avLst/>
          </a:prstGeom>
          <a:noFill/>
        </p:spPr>
        <p:txBody>
          <a:bodyPr wrap="none" rtlCol="0">
            <a:spAutoFit/>
          </a:bodyPr>
          <a:lstStyle/>
          <a:p>
            <a:r>
              <a:rPr lang="en-US"/>
              <a:t>Relay 5V</a:t>
            </a:r>
          </a:p>
        </p:txBody>
      </p:sp>
      <p:sp>
        <p:nvSpPr>
          <p:cNvPr id="3091" name="TextBox 3090">
            <a:extLst>
              <a:ext uri="{FF2B5EF4-FFF2-40B4-BE49-F238E27FC236}">
                <a16:creationId xmlns:a16="http://schemas.microsoft.com/office/drawing/2014/main" id="{7C3F369D-7E3D-E315-D0AD-A7AB3F25D27B}"/>
              </a:ext>
            </a:extLst>
          </p:cNvPr>
          <p:cNvSpPr txBox="1"/>
          <p:nvPr/>
        </p:nvSpPr>
        <p:spPr>
          <a:xfrm>
            <a:off x="10101824" y="4600338"/>
            <a:ext cx="1164101" cy="400110"/>
          </a:xfrm>
          <a:prstGeom prst="rect">
            <a:avLst/>
          </a:prstGeom>
          <a:noFill/>
        </p:spPr>
        <p:txBody>
          <a:bodyPr wrap="none" rtlCol="0">
            <a:spAutoFit/>
          </a:bodyPr>
          <a:lstStyle/>
          <a:p>
            <a:r>
              <a:rPr lang="en-US"/>
              <a:t>Cuộn cảm</a:t>
            </a:r>
          </a:p>
        </p:txBody>
      </p:sp>
      <p:sp>
        <p:nvSpPr>
          <p:cNvPr id="3093" name="TextBox 3092">
            <a:extLst>
              <a:ext uri="{FF2B5EF4-FFF2-40B4-BE49-F238E27FC236}">
                <a16:creationId xmlns:a16="http://schemas.microsoft.com/office/drawing/2014/main" id="{CA56ED1E-5974-C4E7-563E-78C4A712535A}"/>
              </a:ext>
            </a:extLst>
          </p:cNvPr>
          <p:cNvSpPr txBox="1"/>
          <p:nvPr/>
        </p:nvSpPr>
        <p:spPr>
          <a:xfrm>
            <a:off x="4134239" y="7712309"/>
            <a:ext cx="1438214" cy="400110"/>
          </a:xfrm>
          <a:prstGeom prst="rect">
            <a:avLst/>
          </a:prstGeom>
          <a:noFill/>
        </p:spPr>
        <p:txBody>
          <a:bodyPr wrap="none" rtlCol="0">
            <a:spAutoFit/>
          </a:bodyPr>
          <a:lstStyle/>
          <a:p>
            <a:r>
              <a:rPr lang="en-US"/>
              <a:t>Opto quang</a:t>
            </a:r>
          </a:p>
        </p:txBody>
      </p:sp>
      <p:sp>
        <p:nvSpPr>
          <p:cNvPr id="3094" name="TextBox 3093">
            <a:extLst>
              <a:ext uri="{FF2B5EF4-FFF2-40B4-BE49-F238E27FC236}">
                <a16:creationId xmlns:a16="http://schemas.microsoft.com/office/drawing/2014/main" id="{F9A5A8F2-A8E7-7494-17A5-AF01F6430B09}"/>
              </a:ext>
            </a:extLst>
          </p:cNvPr>
          <p:cNvSpPr txBox="1"/>
          <p:nvPr/>
        </p:nvSpPr>
        <p:spPr>
          <a:xfrm>
            <a:off x="877480" y="7714855"/>
            <a:ext cx="2532103" cy="400110"/>
          </a:xfrm>
          <a:prstGeom prst="rect">
            <a:avLst/>
          </a:prstGeom>
          <a:noFill/>
        </p:spPr>
        <p:txBody>
          <a:bodyPr wrap="none" rtlCol="0">
            <a:spAutoFit/>
          </a:bodyPr>
          <a:lstStyle/>
          <a:p>
            <a:r>
              <a:rPr lang="en-US"/>
              <a:t>Cách ly nguồn B0505S</a:t>
            </a:r>
          </a:p>
        </p:txBody>
      </p:sp>
      <p:sp>
        <p:nvSpPr>
          <p:cNvPr id="3095" name="TextBox 3094">
            <a:extLst>
              <a:ext uri="{FF2B5EF4-FFF2-40B4-BE49-F238E27FC236}">
                <a16:creationId xmlns:a16="http://schemas.microsoft.com/office/drawing/2014/main" id="{0566E441-3218-EA88-0B2D-3DD417DE38D7}"/>
              </a:ext>
            </a:extLst>
          </p:cNvPr>
          <p:cNvSpPr txBox="1"/>
          <p:nvPr/>
        </p:nvSpPr>
        <p:spPr>
          <a:xfrm>
            <a:off x="6664981" y="7692846"/>
            <a:ext cx="1961371" cy="400110"/>
          </a:xfrm>
          <a:prstGeom prst="rect">
            <a:avLst/>
          </a:prstGeom>
          <a:noFill/>
        </p:spPr>
        <p:txBody>
          <a:bodyPr wrap="none" rtlCol="0">
            <a:spAutoFit/>
          </a:bodyPr>
          <a:lstStyle/>
          <a:p>
            <a:r>
              <a:rPr lang="en-US">
                <a:latin typeface="Times New Roman" panose="02020603050405020304" pitchFamily="18" charset="0"/>
                <a:cs typeface="Times New Roman" panose="02020603050405020304" pitchFamily="18" charset="0"/>
              </a:rPr>
              <a:t>Transistor C1815</a:t>
            </a:r>
          </a:p>
        </p:txBody>
      </p:sp>
      <p:sp>
        <p:nvSpPr>
          <p:cNvPr id="3096" name="TextBox 3095">
            <a:extLst>
              <a:ext uri="{FF2B5EF4-FFF2-40B4-BE49-F238E27FC236}">
                <a16:creationId xmlns:a16="http://schemas.microsoft.com/office/drawing/2014/main" id="{5777D2FE-B368-B40B-80B2-D1D2C043B3A5}"/>
              </a:ext>
            </a:extLst>
          </p:cNvPr>
          <p:cNvSpPr txBox="1"/>
          <p:nvPr/>
        </p:nvSpPr>
        <p:spPr>
          <a:xfrm>
            <a:off x="9540432" y="7691872"/>
            <a:ext cx="1858842" cy="400110"/>
          </a:xfrm>
          <a:prstGeom prst="rect">
            <a:avLst/>
          </a:prstGeom>
          <a:noFill/>
        </p:spPr>
        <p:txBody>
          <a:bodyPr wrap="none" rtlCol="0">
            <a:spAutoFit/>
          </a:bodyPr>
          <a:lstStyle/>
          <a:p>
            <a:r>
              <a:rPr lang="en-US"/>
              <a:t>Cầu chì thủy tinh</a:t>
            </a:r>
          </a:p>
        </p:txBody>
      </p:sp>
    </p:spTree>
    <p:extLst>
      <p:ext uri="{BB962C8B-B14F-4D97-AF65-F5344CB8AC3E}">
        <p14:creationId xmlns:p14="http://schemas.microsoft.com/office/powerpoint/2010/main" val="3213943553"/>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a:t>
            </a:r>
            <a:r>
              <a:rPr lang="en-US" sz="4000">
                <a:solidFill>
                  <a:schemeClr val="tx1"/>
                </a:solidFill>
                <a:latin typeface="Times New Roman" panose="02020603050405020304" pitchFamily="18" charset="0"/>
                <a:cs typeface="Times New Roman" panose="02020603050405020304" pitchFamily="18" charset="0"/>
              </a:rPr>
              <a:t>.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50409" y="3824359"/>
            <a:ext cx="1651671" cy="130753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Sơ</a:t>
            </a:r>
            <a:r>
              <a:rPr lang="en-US" sz="2800" dirty="0">
                <a:latin typeface="Times New Roman" panose="02020603050405020304" pitchFamily="18" charset="0"/>
                <a:cs typeface="Times New Roman" panose="02020603050405020304" pitchFamily="18" charset="0"/>
              </a:rPr>
              <a:t> </a:t>
            </a:r>
            <a:r>
              <a:rPr lang="en-US" sz="2800" err="1">
                <a:latin typeface="Times New Roman" panose="02020603050405020304" pitchFamily="18" charset="0"/>
                <a:cs typeface="Times New Roman" panose="02020603050405020304" pitchFamily="18" charset="0"/>
              </a:rPr>
              <a:t>đồ</a:t>
            </a:r>
            <a:r>
              <a:rPr lang="en-US" sz="2800">
                <a:latin typeface="Times New Roman" panose="02020603050405020304" pitchFamily="18" charset="0"/>
                <a:cs typeface="Times New Roman" panose="02020603050405020304" pitchFamily="18" charset="0"/>
              </a:rPr>
              <a:t> </a:t>
            </a:r>
          </a:p>
          <a:p>
            <a:pPr>
              <a:lnSpc>
                <a:spcPct val="150000"/>
              </a:lnSpc>
            </a:pPr>
            <a:r>
              <a:rPr lang="en-US" sz="2800">
                <a:latin typeface="Times New Roman" panose="02020603050405020304" pitchFamily="18" charset="0"/>
                <a:cs typeface="Times New Roman" panose="02020603050405020304" pitchFamily="18" charset="0"/>
              </a:rPr>
              <a:t>nguyên lý</a:t>
            </a:r>
            <a:endParaRPr lang="en-US" sz="2800" dirty="0">
              <a:latin typeface="Times New Roman" panose="02020603050405020304" pitchFamily="18" charset="0"/>
              <a:cs typeface="Times New Roman" panose="02020603050405020304" pitchFamily="18" charset="0"/>
            </a:endParaRPr>
          </a:p>
        </p:txBody>
      </p:sp>
      <p:grpSp>
        <p:nvGrpSpPr>
          <p:cNvPr id="7" name="Group 6">
            <a:extLst>
              <a:ext uri="{FF2B5EF4-FFF2-40B4-BE49-F238E27FC236}">
                <a16:creationId xmlns:a16="http://schemas.microsoft.com/office/drawing/2014/main" id="{43CA2296-2209-4A81-61E4-36C6A8ECF4B7}"/>
              </a:ext>
            </a:extLst>
          </p:cNvPr>
          <p:cNvGrpSpPr/>
          <p:nvPr/>
        </p:nvGrpSpPr>
        <p:grpSpPr>
          <a:xfrm>
            <a:off x="1702080" y="1943100"/>
            <a:ext cx="10350220" cy="6172200"/>
            <a:chOff x="2255877" y="2275492"/>
            <a:chExt cx="8289846" cy="5689851"/>
          </a:xfrm>
        </p:grpSpPr>
        <p:pic>
          <p:nvPicPr>
            <p:cNvPr id="4" name="Picture 3">
              <a:extLst>
                <a:ext uri="{FF2B5EF4-FFF2-40B4-BE49-F238E27FC236}">
                  <a16:creationId xmlns:a16="http://schemas.microsoft.com/office/drawing/2014/main" id="{1CB7A063-E556-8EC1-8BEC-F8547261F296}"/>
                </a:ext>
              </a:extLst>
            </p:cNvPr>
            <p:cNvPicPr>
              <a:picLocks noChangeAspect="1"/>
            </p:cNvPicPr>
            <p:nvPr/>
          </p:nvPicPr>
          <p:blipFill>
            <a:blip r:embed="rId3"/>
            <a:stretch>
              <a:fillRect/>
            </a:stretch>
          </p:blipFill>
          <p:spPr>
            <a:xfrm>
              <a:off x="2255877" y="2275493"/>
              <a:ext cx="8289846" cy="5689850"/>
            </a:xfrm>
            <a:prstGeom prst="rect">
              <a:avLst/>
            </a:prstGeom>
          </p:spPr>
        </p:pic>
        <p:grpSp>
          <p:nvGrpSpPr>
            <p:cNvPr id="5" name="Group 4">
              <a:extLst>
                <a:ext uri="{FF2B5EF4-FFF2-40B4-BE49-F238E27FC236}">
                  <a16:creationId xmlns:a16="http://schemas.microsoft.com/office/drawing/2014/main" id="{F8B60E0C-F834-199E-B35D-882FF0510FF5}"/>
                </a:ext>
              </a:extLst>
            </p:cNvPr>
            <p:cNvGrpSpPr/>
            <p:nvPr/>
          </p:nvGrpSpPr>
          <p:grpSpPr>
            <a:xfrm>
              <a:off x="2255877" y="2275492"/>
              <a:ext cx="8289846" cy="5689851"/>
              <a:chOff x="2255877" y="2275492"/>
              <a:chExt cx="8289846" cy="5689851"/>
            </a:xfrm>
          </p:grpSpPr>
          <p:sp>
            <p:nvSpPr>
              <p:cNvPr id="12" name="Rectangle 11">
                <a:extLst>
                  <a:ext uri="{FF2B5EF4-FFF2-40B4-BE49-F238E27FC236}">
                    <a16:creationId xmlns:a16="http://schemas.microsoft.com/office/drawing/2014/main" id="{69C0D054-4AD1-A8B7-622F-E23F4BFBE76B}"/>
                  </a:ext>
                </a:extLst>
              </p:cNvPr>
              <p:cNvSpPr/>
              <p:nvPr/>
            </p:nvSpPr>
            <p:spPr>
              <a:xfrm>
                <a:off x="2255877" y="2275492"/>
                <a:ext cx="8289846" cy="2258407"/>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BB82808-CF81-6267-14C9-EB93332A3BEC}"/>
                  </a:ext>
                </a:extLst>
              </p:cNvPr>
              <p:cNvSpPr/>
              <p:nvPr/>
            </p:nvSpPr>
            <p:spPr>
              <a:xfrm>
                <a:off x="2255877" y="4533899"/>
                <a:ext cx="3344823" cy="343144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E2A644-2CEA-F90B-F26F-CC914B4EA0BC}"/>
                  </a:ext>
                </a:extLst>
              </p:cNvPr>
              <p:cNvSpPr/>
              <p:nvPr/>
            </p:nvSpPr>
            <p:spPr>
              <a:xfrm>
                <a:off x="5600700" y="4533899"/>
                <a:ext cx="4945023" cy="3431444"/>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683806628"/>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a:t>
            </a:r>
            <a:r>
              <a:rPr lang="en-US" sz="4000">
                <a:solidFill>
                  <a:schemeClr val="tx1"/>
                </a:solidFill>
                <a:latin typeface="Times New Roman" panose="02020603050405020304" pitchFamily="18" charset="0"/>
                <a:cs typeface="Times New Roman" panose="02020603050405020304" pitchFamily="18" charset="0"/>
              </a:rPr>
              <a:t>.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416131" y="1769633"/>
            <a:ext cx="6764004"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dirty="0" err="1">
                <a:latin typeface="Times New Roman" panose="02020603050405020304" pitchFamily="18" charset="0"/>
                <a:cs typeface="Times New Roman" panose="02020603050405020304" pitchFamily="18" charset="0"/>
              </a:rPr>
              <a:t>Khối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nguồn</a:t>
            </a:r>
            <a:endParaRPr lang="en-US" sz="2800" dirty="0">
              <a:latin typeface="Times New Roman" panose="02020603050405020304" pitchFamily="18" charset="0"/>
              <a:cs typeface="Times New Roman" panose="02020603050405020304" pitchFamily="18" charset="0"/>
            </a:endParaRPr>
          </a:p>
        </p:txBody>
      </p:sp>
      <p:pic>
        <p:nvPicPr>
          <p:cNvPr id="12" name="Picture 11">
            <a:extLst>
              <a:ext uri="{FF2B5EF4-FFF2-40B4-BE49-F238E27FC236}">
                <a16:creationId xmlns:a16="http://schemas.microsoft.com/office/drawing/2014/main" id="{0F5523D0-7F04-BD3D-1DC8-F286C2154508}"/>
              </a:ext>
            </a:extLst>
          </p:cNvPr>
          <p:cNvPicPr>
            <a:picLocks noChangeAspect="1"/>
          </p:cNvPicPr>
          <p:nvPr/>
        </p:nvPicPr>
        <p:blipFill>
          <a:blip r:embed="rId3"/>
          <a:stretch>
            <a:fillRect/>
          </a:stretch>
        </p:blipFill>
        <p:spPr>
          <a:xfrm>
            <a:off x="2003403" y="2735296"/>
            <a:ext cx="8794793" cy="2407860"/>
          </a:xfrm>
          <a:prstGeom prst="rect">
            <a:avLst/>
          </a:prstGeom>
          <a:ln w="12700">
            <a:solidFill>
              <a:schemeClr val="tx1"/>
            </a:solidFill>
          </a:ln>
        </p:spPr>
      </p:pic>
      <p:sp>
        <p:nvSpPr>
          <p:cNvPr id="13" name="TextBox 12">
            <a:extLst>
              <a:ext uri="{FF2B5EF4-FFF2-40B4-BE49-F238E27FC236}">
                <a16:creationId xmlns:a16="http://schemas.microsoft.com/office/drawing/2014/main" id="{379F1BBA-66BC-FD3B-9AC4-DC5226B9B2CA}"/>
              </a:ext>
            </a:extLst>
          </p:cNvPr>
          <p:cNvSpPr txBox="1"/>
          <p:nvPr/>
        </p:nvSpPr>
        <p:spPr>
          <a:xfrm>
            <a:off x="2021639" y="5895177"/>
            <a:ext cx="8947069" cy="1692771"/>
          </a:xfrm>
          <a:prstGeom prst="rect">
            <a:avLst/>
          </a:prstGeom>
          <a:noFill/>
        </p:spPr>
        <p:txBody>
          <a:bodyPr wrap="square" rtlCol="0">
            <a:spAutoFit/>
          </a:bodyPr>
          <a:lstStyle/>
          <a:p>
            <a:r>
              <a:rPr lang="en-US" sz="2600">
                <a:latin typeface="Times New Roman" panose="02020603050405020304" pitchFamily="18" charset="0"/>
                <a:ea typeface="Calibri" panose="020F0502020204030204" pitchFamily="34" charset="0"/>
              </a:rPr>
              <a:t>Khối nguồn sử</a:t>
            </a:r>
            <a:r>
              <a:rPr lang="en-US" sz="2600">
                <a:effectLst/>
                <a:latin typeface="Times New Roman" panose="02020603050405020304" pitchFamily="18" charset="0"/>
                <a:ea typeface="Calibri" panose="020F0502020204030204" pitchFamily="34" charset="0"/>
              </a:rPr>
              <a:t> dụng module HiLink hạ áp từ nguồn 220V AC với đầu ra 5V DC. Qua module nguồn cách ly B0505S DC cung cấp điện áp cho vi điều khiển và relay 5V. </a:t>
            </a:r>
          </a:p>
          <a:p>
            <a:endParaRPr lang="en-US" sz="2600"/>
          </a:p>
        </p:txBody>
      </p:sp>
    </p:spTree>
    <p:extLst>
      <p:ext uri="{BB962C8B-B14F-4D97-AF65-F5344CB8AC3E}">
        <p14:creationId xmlns:p14="http://schemas.microsoft.com/office/powerpoint/2010/main" val="532346587"/>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a:solidFill>
                  <a:schemeClr val="tx1"/>
                </a:solidFill>
                <a:latin typeface="Times New Roman" panose="02020603050405020304" pitchFamily="18" charset="0"/>
                <a:cs typeface="Times New Roman" panose="02020603050405020304" pitchFamily="18" charset="0"/>
              </a:rPr>
              <a:t>2. THIẾT 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335416" y="1769633"/>
            <a:ext cx="6764004"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err="1">
                <a:latin typeface="Times New Roman" panose="02020603050405020304" pitchFamily="18" charset="0"/>
                <a:cs typeface="Times New Roman" panose="02020603050405020304" pitchFamily="18" charset="0"/>
              </a:rPr>
              <a:t>Khối</a:t>
            </a:r>
            <a:r>
              <a:rPr lang="en-US" sz="2800">
                <a:latin typeface="Times New Roman" panose="02020603050405020304" pitchFamily="18" charset="0"/>
                <a:cs typeface="Times New Roman" panose="02020603050405020304" pitchFamily="18" charset="0"/>
              </a:rPr>
              <a:t> xử lý trung tâm</a:t>
            </a:r>
            <a:endParaRPr lang="en-US" sz="28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43D5F3A-C751-83BA-3675-DD7353DA601A}"/>
              </a:ext>
            </a:extLst>
          </p:cNvPr>
          <p:cNvSpPr txBox="1"/>
          <p:nvPr/>
        </p:nvSpPr>
        <p:spPr>
          <a:xfrm>
            <a:off x="7812157" y="1888435"/>
            <a:ext cx="6764004" cy="661207"/>
          </a:xfrm>
          <a:prstGeom prst="rect">
            <a:avLst/>
          </a:prstGeom>
          <a:noFill/>
        </p:spPr>
        <p:txBody>
          <a:bodyPr wrap="square" rtlCol="0">
            <a:spAutoFit/>
          </a:bodyPr>
          <a:lstStyle/>
          <a:p>
            <a:pPr marL="457200" indent="-457200">
              <a:lnSpc>
                <a:spcPct val="150000"/>
              </a:lnSpc>
              <a:buFont typeface="Wingdings" panose="05000000000000000000" pitchFamily="2" charset="2"/>
              <a:buChar char="Ø"/>
            </a:pPr>
            <a:r>
              <a:rPr lang="en-US" sz="2800" err="1">
                <a:latin typeface="Times New Roman" panose="02020603050405020304" pitchFamily="18" charset="0"/>
                <a:cs typeface="Times New Roman" panose="02020603050405020304" pitchFamily="18" charset="0"/>
              </a:rPr>
              <a:t>Khối</a:t>
            </a:r>
            <a:r>
              <a:rPr lang="en-US" sz="2800">
                <a:latin typeface="Times New Roman" panose="02020603050405020304" pitchFamily="18" charset="0"/>
                <a:cs typeface="Times New Roman" panose="02020603050405020304" pitchFamily="18" charset="0"/>
              </a:rPr>
              <a:t> thực thi</a:t>
            </a:r>
            <a:endParaRPr lang="en-US" sz="2800" dirty="0">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5888927D-884D-8F65-1A87-1264385757D4}"/>
              </a:ext>
            </a:extLst>
          </p:cNvPr>
          <p:cNvPicPr>
            <a:picLocks noChangeAspect="1"/>
          </p:cNvPicPr>
          <p:nvPr/>
        </p:nvPicPr>
        <p:blipFill rotWithShape="1">
          <a:blip r:embed="rId3"/>
          <a:srcRect l="2492" t="4774" r="6237" b="7611"/>
          <a:stretch/>
        </p:blipFill>
        <p:spPr>
          <a:xfrm>
            <a:off x="646816" y="2903865"/>
            <a:ext cx="4980067" cy="4129258"/>
          </a:xfrm>
          <a:prstGeom prst="rect">
            <a:avLst/>
          </a:prstGeom>
          <a:ln w="12700">
            <a:solidFill>
              <a:schemeClr val="tx1"/>
            </a:solidFill>
          </a:ln>
        </p:spPr>
      </p:pic>
      <p:pic>
        <p:nvPicPr>
          <p:cNvPr id="12" name="Picture 11">
            <a:extLst>
              <a:ext uri="{FF2B5EF4-FFF2-40B4-BE49-F238E27FC236}">
                <a16:creationId xmlns:a16="http://schemas.microsoft.com/office/drawing/2014/main" id="{799494DC-4975-7AE5-D3F7-C44D2C276F36}"/>
              </a:ext>
            </a:extLst>
          </p:cNvPr>
          <p:cNvPicPr>
            <a:picLocks noChangeAspect="1"/>
          </p:cNvPicPr>
          <p:nvPr/>
        </p:nvPicPr>
        <p:blipFill>
          <a:blip r:embed="rId4"/>
          <a:stretch>
            <a:fillRect/>
          </a:stretch>
        </p:blipFill>
        <p:spPr>
          <a:xfrm>
            <a:off x="6011344" y="2903864"/>
            <a:ext cx="6338503" cy="4129259"/>
          </a:xfrm>
          <a:prstGeom prst="rect">
            <a:avLst/>
          </a:prstGeom>
          <a:ln w="12700">
            <a:solidFill>
              <a:schemeClr val="tx1"/>
            </a:solidFill>
          </a:ln>
        </p:spPr>
      </p:pic>
    </p:spTree>
    <p:extLst>
      <p:ext uri="{BB962C8B-B14F-4D97-AF65-F5344CB8AC3E}">
        <p14:creationId xmlns:p14="http://schemas.microsoft.com/office/powerpoint/2010/main" val="2358419346"/>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33" name="Group 9">
            <a:extLst>
              <a:ext uri="{FF2B5EF4-FFF2-40B4-BE49-F238E27FC236}">
                <a16:creationId xmlns:a16="http://schemas.microsoft.com/office/drawing/2014/main" id="{67003686-8660-E7DE-0BC1-3A0B77B5CC36}"/>
              </a:ext>
            </a:extLst>
          </p:cNvPr>
          <p:cNvGrpSpPr/>
          <p:nvPr/>
        </p:nvGrpSpPr>
        <p:grpSpPr>
          <a:xfrm>
            <a:off x="0" y="-33500"/>
            <a:ext cx="6692900" cy="8263100"/>
            <a:chOff x="0" y="0"/>
            <a:chExt cx="10945159" cy="9853188"/>
          </a:xfrm>
        </p:grpSpPr>
        <p:sp>
          <p:nvSpPr>
            <p:cNvPr id="34" name="Freeform 10">
              <a:extLst>
                <a:ext uri="{FF2B5EF4-FFF2-40B4-BE49-F238E27FC236}">
                  <a16:creationId xmlns:a16="http://schemas.microsoft.com/office/drawing/2014/main" id="{79FD4C76-C217-4F40-DC00-761548FDBEF5}"/>
                </a:ext>
              </a:extLst>
            </p:cNvPr>
            <p:cNvSpPr/>
            <p:nvPr/>
          </p:nvSpPr>
          <p:spPr>
            <a:xfrm>
              <a:off x="31750" y="31750"/>
              <a:ext cx="10881659" cy="9789688"/>
            </a:xfrm>
            <a:custGeom>
              <a:avLst/>
              <a:gdLst/>
              <a:ahLst/>
              <a:cxnLst/>
              <a:rect l="l" t="t" r="r" b="b"/>
              <a:pathLst>
                <a:path w="10881659" h="9789688">
                  <a:moveTo>
                    <a:pt x="10788949" y="9789688"/>
                  </a:moveTo>
                  <a:lnTo>
                    <a:pt x="92710" y="9789688"/>
                  </a:lnTo>
                  <a:cubicBezTo>
                    <a:pt x="41910" y="9789688"/>
                    <a:pt x="0" y="9747778"/>
                    <a:pt x="0" y="9696978"/>
                  </a:cubicBezTo>
                  <a:lnTo>
                    <a:pt x="0" y="92710"/>
                  </a:lnTo>
                  <a:cubicBezTo>
                    <a:pt x="0" y="41910"/>
                    <a:pt x="41910" y="0"/>
                    <a:pt x="92710" y="0"/>
                  </a:cubicBezTo>
                  <a:lnTo>
                    <a:pt x="10787680" y="0"/>
                  </a:lnTo>
                  <a:cubicBezTo>
                    <a:pt x="10838480" y="0"/>
                    <a:pt x="10880389" y="41910"/>
                    <a:pt x="10880389" y="92710"/>
                  </a:cubicBezTo>
                  <a:lnTo>
                    <a:pt x="10880389" y="9695708"/>
                  </a:lnTo>
                  <a:cubicBezTo>
                    <a:pt x="10881659" y="9747778"/>
                    <a:pt x="10839749" y="9789688"/>
                    <a:pt x="10788949" y="9789688"/>
                  </a:cubicBezTo>
                  <a:close/>
                </a:path>
              </a:pathLst>
            </a:custGeom>
            <a:solidFill>
              <a:srgbClr val="FFFFFF"/>
            </a:solidFill>
          </p:spPr>
        </p:sp>
        <p:sp>
          <p:nvSpPr>
            <p:cNvPr id="35" name="Freeform 11">
              <a:extLst>
                <a:ext uri="{FF2B5EF4-FFF2-40B4-BE49-F238E27FC236}">
                  <a16:creationId xmlns:a16="http://schemas.microsoft.com/office/drawing/2014/main" id="{8A69646E-69FC-B757-7401-A5156949A08C}"/>
                </a:ext>
              </a:extLst>
            </p:cNvPr>
            <p:cNvSpPr/>
            <p:nvPr/>
          </p:nvSpPr>
          <p:spPr>
            <a:xfrm>
              <a:off x="0" y="0"/>
              <a:ext cx="10945159" cy="9853188"/>
            </a:xfrm>
            <a:custGeom>
              <a:avLst/>
              <a:gdLst/>
              <a:ahLst/>
              <a:cxnLst/>
              <a:rect l="l" t="t" r="r" b="b"/>
              <a:pathLst>
                <a:path w="10945159" h="9853188">
                  <a:moveTo>
                    <a:pt x="10820699" y="59690"/>
                  </a:moveTo>
                  <a:cubicBezTo>
                    <a:pt x="10856259" y="59690"/>
                    <a:pt x="10885469" y="88900"/>
                    <a:pt x="10885469" y="124460"/>
                  </a:cubicBezTo>
                  <a:lnTo>
                    <a:pt x="10885469" y="9728728"/>
                  </a:lnTo>
                  <a:cubicBezTo>
                    <a:pt x="10885469" y="9764288"/>
                    <a:pt x="10856259" y="9793498"/>
                    <a:pt x="10820699" y="9793498"/>
                  </a:cubicBezTo>
                  <a:lnTo>
                    <a:pt x="124460" y="9793498"/>
                  </a:lnTo>
                  <a:cubicBezTo>
                    <a:pt x="88900" y="9793498"/>
                    <a:pt x="59690" y="9764288"/>
                    <a:pt x="59690" y="9728728"/>
                  </a:cubicBezTo>
                  <a:lnTo>
                    <a:pt x="59690" y="124460"/>
                  </a:lnTo>
                  <a:cubicBezTo>
                    <a:pt x="59690" y="88900"/>
                    <a:pt x="88900" y="59690"/>
                    <a:pt x="124460" y="59690"/>
                  </a:cubicBezTo>
                  <a:lnTo>
                    <a:pt x="10820699" y="59690"/>
                  </a:lnTo>
                  <a:moveTo>
                    <a:pt x="10820699" y="0"/>
                  </a:moveTo>
                  <a:lnTo>
                    <a:pt x="124460" y="0"/>
                  </a:lnTo>
                  <a:cubicBezTo>
                    <a:pt x="55880" y="0"/>
                    <a:pt x="0" y="55880"/>
                    <a:pt x="0" y="124460"/>
                  </a:cubicBezTo>
                  <a:lnTo>
                    <a:pt x="0" y="9728728"/>
                  </a:lnTo>
                  <a:cubicBezTo>
                    <a:pt x="0" y="9797308"/>
                    <a:pt x="55880" y="9853188"/>
                    <a:pt x="124460" y="9853188"/>
                  </a:cubicBezTo>
                  <a:lnTo>
                    <a:pt x="10820699" y="9853188"/>
                  </a:lnTo>
                  <a:cubicBezTo>
                    <a:pt x="10889280" y="9853188"/>
                    <a:pt x="10945159" y="9797308"/>
                    <a:pt x="10945159" y="9728728"/>
                  </a:cubicBezTo>
                  <a:lnTo>
                    <a:pt x="10945159" y="124460"/>
                  </a:lnTo>
                  <a:cubicBezTo>
                    <a:pt x="10945159" y="55880"/>
                    <a:pt x="10889280" y="0"/>
                    <a:pt x="10820699" y="0"/>
                  </a:cubicBezTo>
                  <a:close/>
                </a:path>
              </a:pathLst>
            </a:custGeom>
            <a:solidFill>
              <a:srgbClr val="191919"/>
            </a:solidFill>
          </p:spPr>
        </p:sp>
      </p:grpSp>
      <p:grpSp>
        <p:nvGrpSpPr>
          <p:cNvPr id="7" name="Group 6">
            <a:extLst>
              <a:ext uri="{FF2B5EF4-FFF2-40B4-BE49-F238E27FC236}">
                <a16:creationId xmlns:a16="http://schemas.microsoft.com/office/drawing/2014/main" id="{E94ECD9B-CE37-534E-AADE-F2EF170207B0}"/>
              </a:ext>
            </a:extLst>
          </p:cNvPr>
          <p:cNvGrpSpPr/>
          <p:nvPr/>
        </p:nvGrpSpPr>
        <p:grpSpPr>
          <a:xfrm>
            <a:off x="1217612" y="136528"/>
            <a:ext cx="4954588" cy="7956544"/>
            <a:chOff x="0" y="-37298"/>
            <a:chExt cx="1825522" cy="5267201"/>
          </a:xfrm>
        </p:grpSpPr>
        <p:sp>
          <p:nvSpPr>
            <p:cNvPr id="8" name="Oval 7">
              <a:extLst>
                <a:ext uri="{FF2B5EF4-FFF2-40B4-BE49-F238E27FC236}">
                  <a16:creationId xmlns:a16="http://schemas.microsoft.com/office/drawing/2014/main" id="{1B37D33D-E08A-676F-388B-B776B4281E34}"/>
                </a:ext>
              </a:extLst>
            </p:cNvPr>
            <p:cNvSpPr/>
            <p:nvPr/>
          </p:nvSpPr>
          <p:spPr>
            <a:xfrm>
              <a:off x="636091" y="-37298"/>
              <a:ext cx="554176" cy="255594"/>
            </a:xfrm>
            <a:prstGeom prst="ellips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Begin </a:t>
              </a:r>
              <a:endParaRPr lang="en-US" sz="1200">
                <a:effectLst/>
                <a:latin typeface="Times New Roman" panose="02020603050405020304" pitchFamily="18" charset="0"/>
                <a:ea typeface="Times New Roman" panose="02020603050405020304" pitchFamily="18" charset="0"/>
              </a:endParaRPr>
            </a:p>
          </p:txBody>
        </p:sp>
        <p:sp>
          <p:nvSpPr>
            <p:cNvPr id="9" name="Rectangle 8">
              <a:extLst>
                <a:ext uri="{FF2B5EF4-FFF2-40B4-BE49-F238E27FC236}">
                  <a16:creationId xmlns:a16="http://schemas.microsoft.com/office/drawing/2014/main" id="{216B7105-E40A-D1D6-01DE-E64F558A16DC}"/>
                </a:ext>
              </a:extLst>
            </p:cNvPr>
            <p:cNvSpPr/>
            <p:nvPr/>
          </p:nvSpPr>
          <p:spPr>
            <a:xfrm>
              <a:off x="0" y="396415"/>
              <a:ext cx="1825522" cy="324574"/>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Khởi tạo vào ra số: D4, D5, D6, D7: Output</a:t>
              </a:r>
              <a:endParaRPr lang="en-US" sz="1200">
                <a:effectLst/>
                <a:latin typeface="Times New Roman" panose="02020603050405020304" pitchFamily="18" charset="0"/>
                <a:ea typeface="Times New Roman" panose="02020603050405020304" pitchFamily="18" charset="0"/>
              </a:endParaRPr>
            </a:p>
            <a:p>
              <a:pPr algn="ctr"/>
              <a:r>
                <a:rPr lang="en-US" sz="1400" kern="1200">
                  <a:solidFill>
                    <a:srgbClr val="000000"/>
                  </a:solidFill>
                  <a:effectLst/>
                  <a:latin typeface="Times New Roman" panose="02020603050405020304" pitchFamily="18" charset="0"/>
                  <a:ea typeface="Times New Roman" panose="02020603050405020304" pitchFamily="18" charset="0"/>
                </a:rPr>
                <a:t>Khai báo thư viện sử dụng</a:t>
              </a:r>
              <a:endParaRPr lang="en-US" sz="1200">
                <a:effectLst/>
                <a:latin typeface="Times New Roman" panose="02020603050405020304" pitchFamily="18" charset="0"/>
                <a:ea typeface="Times New Roman" panose="02020603050405020304" pitchFamily="18" charset="0"/>
              </a:endParaRPr>
            </a:p>
          </p:txBody>
        </p:sp>
        <p:sp>
          <p:nvSpPr>
            <p:cNvPr id="10" name="Rectangle 9">
              <a:extLst>
                <a:ext uri="{FF2B5EF4-FFF2-40B4-BE49-F238E27FC236}">
                  <a16:creationId xmlns:a16="http://schemas.microsoft.com/office/drawing/2014/main" id="{06C52551-B30B-A25A-F2F4-F1C3C0D1C569}"/>
                </a:ext>
              </a:extLst>
            </p:cNvPr>
            <p:cNvSpPr/>
            <p:nvPr/>
          </p:nvSpPr>
          <p:spPr>
            <a:xfrm>
              <a:off x="391462" y="3512251"/>
              <a:ext cx="1042596" cy="360334"/>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Xử lý và thực hiện điều khiển tương đương</a:t>
              </a:r>
              <a:endParaRPr lang="en-US" sz="1200">
                <a:effectLst/>
                <a:latin typeface="Times New Roman" panose="02020603050405020304" pitchFamily="18" charset="0"/>
                <a:ea typeface="Times New Roman" panose="02020603050405020304" pitchFamily="18" charset="0"/>
              </a:endParaRPr>
            </a:p>
          </p:txBody>
        </p:sp>
        <p:sp>
          <p:nvSpPr>
            <p:cNvPr id="11" name="Rectangle 10">
              <a:extLst>
                <a:ext uri="{FF2B5EF4-FFF2-40B4-BE49-F238E27FC236}">
                  <a16:creationId xmlns:a16="http://schemas.microsoft.com/office/drawing/2014/main" id="{B274B322-31CD-79BA-4F65-806F5695BA6F}"/>
                </a:ext>
              </a:extLst>
            </p:cNvPr>
            <p:cNvSpPr/>
            <p:nvPr/>
          </p:nvSpPr>
          <p:spPr>
            <a:xfrm>
              <a:off x="391462" y="2190371"/>
              <a:ext cx="1042596" cy="324574"/>
            </a:xfrm>
            <a:prstGeom prst="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Đồng bộ trạng thái thiết bị với Firebase/App</a:t>
              </a:r>
              <a:endParaRPr lang="en-US" sz="1200">
                <a:effectLst/>
                <a:latin typeface="Times New Roman" panose="02020603050405020304" pitchFamily="18" charset="0"/>
                <a:ea typeface="Times New Roman" panose="02020603050405020304" pitchFamily="18" charset="0"/>
              </a:endParaRPr>
            </a:p>
          </p:txBody>
        </p:sp>
        <p:sp>
          <p:nvSpPr>
            <p:cNvPr id="12" name="Diamond 11">
              <a:extLst>
                <a:ext uri="{FF2B5EF4-FFF2-40B4-BE49-F238E27FC236}">
                  <a16:creationId xmlns:a16="http://schemas.microsoft.com/office/drawing/2014/main" id="{5B76E418-28BF-9ED0-7579-D4FE48164E3B}"/>
                </a:ext>
              </a:extLst>
            </p:cNvPr>
            <p:cNvSpPr/>
            <p:nvPr/>
          </p:nvSpPr>
          <p:spPr>
            <a:xfrm>
              <a:off x="461813" y="935105"/>
              <a:ext cx="901896" cy="353296"/>
            </a:xfrm>
            <a:prstGeom prst="diamond">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Kết nối wifi</a:t>
              </a:r>
              <a:endParaRPr lang="en-US" sz="1200">
                <a:effectLst/>
                <a:latin typeface="Times New Roman" panose="02020603050405020304" pitchFamily="18" charset="0"/>
                <a:ea typeface="Times New Roman" panose="02020603050405020304" pitchFamily="18" charset="0"/>
              </a:endParaRPr>
            </a:p>
          </p:txBody>
        </p:sp>
        <p:sp>
          <p:nvSpPr>
            <p:cNvPr id="13" name="Diamond 12">
              <a:extLst>
                <a:ext uri="{FF2B5EF4-FFF2-40B4-BE49-F238E27FC236}">
                  <a16:creationId xmlns:a16="http://schemas.microsoft.com/office/drawing/2014/main" id="{D8FC36E9-4894-37EA-36A1-37AF9464B4D9}"/>
                </a:ext>
              </a:extLst>
            </p:cNvPr>
            <p:cNvSpPr/>
            <p:nvPr/>
          </p:nvSpPr>
          <p:spPr>
            <a:xfrm>
              <a:off x="332691" y="4165594"/>
              <a:ext cx="1165299" cy="605402"/>
            </a:xfrm>
            <a:prstGeom prst="diamond">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Kết thúc điều khiển?</a:t>
              </a:r>
              <a:endParaRPr lang="en-US" sz="1200">
                <a:effectLst/>
                <a:latin typeface="Times New Roman" panose="02020603050405020304" pitchFamily="18" charset="0"/>
                <a:ea typeface="Times New Roman" panose="02020603050405020304" pitchFamily="18" charset="0"/>
              </a:endParaRPr>
            </a:p>
          </p:txBody>
        </p:sp>
        <p:sp>
          <p:nvSpPr>
            <p:cNvPr id="14" name="Diamond 13">
              <a:extLst>
                <a:ext uri="{FF2B5EF4-FFF2-40B4-BE49-F238E27FC236}">
                  <a16:creationId xmlns:a16="http://schemas.microsoft.com/office/drawing/2014/main" id="{4FAAF96E-09BE-8C59-83FB-AB5314418A90}"/>
                </a:ext>
              </a:extLst>
            </p:cNvPr>
            <p:cNvSpPr/>
            <p:nvPr/>
          </p:nvSpPr>
          <p:spPr>
            <a:xfrm>
              <a:off x="287955" y="2694530"/>
              <a:ext cx="1249612" cy="614889"/>
            </a:xfrm>
            <a:prstGeom prst="diamond">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Có tương tác từ App điều khiển?</a:t>
              </a:r>
              <a:endParaRPr lang="en-US" sz="1200">
                <a:effectLst/>
                <a:latin typeface="Times New Roman" panose="02020603050405020304" pitchFamily="18" charset="0"/>
                <a:ea typeface="Times New Roman" panose="02020603050405020304" pitchFamily="18" charset="0"/>
              </a:endParaRPr>
            </a:p>
          </p:txBody>
        </p:sp>
        <p:sp>
          <p:nvSpPr>
            <p:cNvPr id="15" name="Diamond 14">
              <a:extLst>
                <a:ext uri="{FF2B5EF4-FFF2-40B4-BE49-F238E27FC236}">
                  <a16:creationId xmlns:a16="http://schemas.microsoft.com/office/drawing/2014/main" id="{03DC1DC0-A6C7-AC2B-C6AD-CC8B90467D13}"/>
                </a:ext>
              </a:extLst>
            </p:cNvPr>
            <p:cNvSpPr/>
            <p:nvPr/>
          </p:nvSpPr>
          <p:spPr>
            <a:xfrm>
              <a:off x="384525" y="1536995"/>
              <a:ext cx="1113465" cy="452312"/>
            </a:xfrm>
            <a:prstGeom prst="diamond">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r>
                <a:rPr lang="en-US" sz="1400" kern="1200">
                  <a:solidFill>
                    <a:srgbClr val="000000"/>
                  </a:solidFill>
                  <a:effectLst/>
                  <a:latin typeface="Times New Roman" panose="02020603050405020304" pitchFamily="18" charset="0"/>
                  <a:ea typeface="Times New Roman" panose="02020603050405020304" pitchFamily="18" charset="0"/>
                </a:rPr>
                <a:t>Kết nối Firebase</a:t>
              </a:r>
              <a:endParaRPr lang="en-US" sz="1200">
                <a:effectLst/>
                <a:latin typeface="Times New Roman" panose="02020603050405020304" pitchFamily="18" charset="0"/>
                <a:ea typeface="Times New Roman" panose="02020603050405020304" pitchFamily="18" charset="0"/>
              </a:endParaRPr>
            </a:p>
          </p:txBody>
        </p:sp>
        <p:sp>
          <p:nvSpPr>
            <p:cNvPr id="16" name="Oval 15">
              <a:extLst>
                <a:ext uri="{FF2B5EF4-FFF2-40B4-BE49-F238E27FC236}">
                  <a16:creationId xmlns:a16="http://schemas.microsoft.com/office/drawing/2014/main" id="{CAA16C79-0494-34AA-7771-78F62650D2B6}"/>
                </a:ext>
              </a:extLst>
            </p:cNvPr>
            <p:cNvSpPr/>
            <p:nvPr/>
          </p:nvSpPr>
          <p:spPr>
            <a:xfrm>
              <a:off x="640287" y="4968093"/>
              <a:ext cx="554176" cy="261810"/>
            </a:xfrm>
            <a:prstGeom prst="ellipse">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r>
                <a:rPr lang="en-US" sz="1400" kern="1200">
                  <a:solidFill>
                    <a:srgbClr val="000000"/>
                  </a:solidFill>
                  <a:effectLst/>
                  <a:latin typeface="Times New Roman" panose="02020603050405020304" pitchFamily="18" charset="0"/>
                  <a:ea typeface="Times New Roman" panose="02020603050405020304" pitchFamily="18" charset="0"/>
                </a:rPr>
                <a:t>End </a:t>
              </a:r>
              <a:endParaRPr lang="en-US" sz="1200">
                <a:effectLst/>
                <a:latin typeface="Times New Roman" panose="02020603050405020304" pitchFamily="18" charset="0"/>
                <a:ea typeface="Times New Roman" panose="02020603050405020304" pitchFamily="18" charset="0"/>
              </a:endParaRPr>
            </a:p>
          </p:txBody>
        </p:sp>
        <p:cxnSp>
          <p:nvCxnSpPr>
            <p:cNvPr id="17" name="Straight Arrow Connector 16">
              <a:extLst>
                <a:ext uri="{FF2B5EF4-FFF2-40B4-BE49-F238E27FC236}">
                  <a16:creationId xmlns:a16="http://schemas.microsoft.com/office/drawing/2014/main" id="{E9C736F0-5EBD-D471-A17E-254CA44097F6}"/>
                </a:ext>
              </a:extLst>
            </p:cNvPr>
            <p:cNvCxnSpPr/>
            <p:nvPr/>
          </p:nvCxnSpPr>
          <p:spPr>
            <a:xfrm flipH="1">
              <a:off x="912761" y="218296"/>
              <a:ext cx="418" cy="178119"/>
            </a:xfrm>
            <a:prstGeom prst="straightConnector1">
              <a:avLst/>
            </a:prstGeom>
            <a:ln w="3175">
              <a:tailEnd type="triangle"/>
            </a:ln>
          </p:spPr>
          <p:style>
            <a:lnRef idx="1">
              <a:schemeClr val="dk1"/>
            </a:lnRef>
            <a:fillRef idx="0">
              <a:schemeClr val="dk1"/>
            </a:fillRef>
            <a:effectRef idx="0">
              <a:schemeClr val="dk1"/>
            </a:effectRef>
            <a:fontRef idx="minor">
              <a:schemeClr val="tx1"/>
            </a:fontRef>
          </p:style>
        </p:cxnSp>
        <p:cxnSp>
          <p:nvCxnSpPr>
            <p:cNvPr id="18" name="Straight Arrow Connector 17">
              <a:extLst>
                <a:ext uri="{FF2B5EF4-FFF2-40B4-BE49-F238E27FC236}">
                  <a16:creationId xmlns:a16="http://schemas.microsoft.com/office/drawing/2014/main" id="{815736EA-EF99-29A1-4196-86DAD80EF11E}"/>
                </a:ext>
              </a:extLst>
            </p:cNvPr>
            <p:cNvCxnSpPr/>
            <p:nvPr/>
          </p:nvCxnSpPr>
          <p:spPr>
            <a:xfrm>
              <a:off x="912761" y="720948"/>
              <a:ext cx="0" cy="21415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4E431A2A-E844-98F3-00E4-46AAAC4DE228}"/>
                </a:ext>
              </a:extLst>
            </p:cNvPr>
            <p:cNvCxnSpPr/>
            <p:nvPr/>
          </p:nvCxnSpPr>
          <p:spPr>
            <a:xfrm flipH="1">
              <a:off x="910497" y="1288401"/>
              <a:ext cx="2264" cy="2485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9B8E63DB-D3A2-15EC-1B24-B26F214DEB63}"/>
                </a:ext>
              </a:extLst>
            </p:cNvPr>
            <p:cNvCxnSpPr/>
            <p:nvPr/>
          </p:nvCxnSpPr>
          <p:spPr>
            <a:xfrm>
              <a:off x="910497" y="1989307"/>
              <a:ext cx="2264" cy="2010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0D820AD0-05CD-09C4-A7D3-EA234A227CAA}"/>
                </a:ext>
              </a:extLst>
            </p:cNvPr>
            <p:cNvCxnSpPr/>
            <p:nvPr/>
          </p:nvCxnSpPr>
          <p:spPr>
            <a:xfrm>
              <a:off x="912760" y="2514945"/>
              <a:ext cx="1" cy="1795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a:extLst>
                <a:ext uri="{FF2B5EF4-FFF2-40B4-BE49-F238E27FC236}">
                  <a16:creationId xmlns:a16="http://schemas.microsoft.com/office/drawing/2014/main" id="{D876EF45-FCA8-0F23-396B-034DBF5704EE}"/>
                </a:ext>
              </a:extLst>
            </p:cNvPr>
            <p:cNvCxnSpPr/>
            <p:nvPr/>
          </p:nvCxnSpPr>
          <p:spPr>
            <a:xfrm flipH="1">
              <a:off x="912760" y="3309419"/>
              <a:ext cx="1" cy="2028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a:extLst>
                <a:ext uri="{FF2B5EF4-FFF2-40B4-BE49-F238E27FC236}">
                  <a16:creationId xmlns:a16="http://schemas.microsoft.com/office/drawing/2014/main" id="{ABBAF90F-06FD-C5ED-430D-1DF6193C9BC1}"/>
                </a:ext>
              </a:extLst>
            </p:cNvPr>
            <p:cNvCxnSpPr/>
            <p:nvPr/>
          </p:nvCxnSpPr>
          <p:spPr>
            <a:xfrm>
              <a:off x="912760" y="3872585"/>
              <a:ext cx="2580" cy="2930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a:extLst>
                <a:ext uri="{FF2B5EF4-FFF2-40B4-BE49-F238E27FC236}">
                  <a16:creationId xmlns:a16="http://schemas.microsoft.com/office/drawing/2014/main" id="{542D393C-6A9E-1478-7373-39087D6633B3}"/>
                </a:ext>
              </a:extLst>
            </p:cNvPr>
            <p:cNvCxnSpPr/>
            <p:nvPr/>
          </p:nvCxnSpPr>
          <p:spPr>
            <a:xfrm>
              <a:off x="915340" y="4770996"/>
              <a:ext cx="2035" cy="19709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Elbow Connector 728189958">
              <a:extLst>
                <a:ext uri="{FF2B5EF4-FFF2-40B4-BE49-F238E27FC236}">
                  <a16:creationId xmlns:a16="http://schemas.microsoft.com/office/drawing/2014/main" id="{BDCD6E2A-F042-634B-A0E9-73AAD98143DF}"/>
                </a:ext>
              </a:extLst>
            </p:cNvPr>
            <p:cNvCxnSpPr/>
            <p:nvPr/>
          </p:nvCxnSpPr>
          <p:spPr>
            <a:xfrm flipH="1" flipV="1">
              <a:off x="912761" y="841670"/>
              <a:ext cx="450948" cy="270021"/>
            </a:xfrm>
            <a:prstGeom prst="bentConnector3">
              <a:avLst>
                <a:gd name="adj1" fmla="val -20006"/>
              </a:avLst>
            </a:prstGeom>
            <a:ln>
              <a:tailEnd type="triangle"/>
            </a:ln>
          </p:spPr>
          <p:style>
            <a:lnRef idx="1">
              <a:schemeClr val="dk1"/>
            </a:lnRef>
            <a:fillRef idx="0">
              <a:schemeClr val="dk1"/>
            </a:fillRef>
            <a:effectRef idx="0">
              <a:schemeClr val="dk1"/>
            </a:effectRef>
            <a:fontRef idx="minor">
              <a:schemeClr val="tx1"/>
            </a:fontRef>
          </p:style>
        </p:cxnSp>
        <p:cxnSp>
          <p:nvCxnSpPr>
            <p:cNvPr id="26" name="Elbow Connector 728189959">
              <a:extLst>
                <a:ext uri="{FF2B5EF4-FFF2-40B4-BE49-F238E27FC236}">
                  <a16:creationId xmlns:a16="http://schemas.microsoft.com/office/drawing/2014/main" id="{122B83B6-022C-FFA8-1410-9D3C41D8AA36}"/>
                </a:ext>
              </a:extLst>
            </p:cNvPr>
            <p:cNvCxnSpPr>
              <a:stCxn id="15" idx="3"/>
            </p:cNvCxnSpPr>
            <p:nvPr/>
          </p:nvCxnSpPr>
          <p:spPr>
            <a:xfrm flipH="1" flipV="1">
              <a:off x="910427" y="1387241"/>
              <a:ext cx="587563" cy="375910"/>
            </a:xfrm>
            <a:prstGeom prst="bentConnector3">
              <a:avLst>
                <a:gd name="adj1" fmla="val -15865"/>
              </a:avLst>
            </a:prstGeom>
            <a:ln>
              <a:tailEnd type="triangle"/>
            </a:ln>
          </p:spPr>
          <p:style>
            <a:lnRef idx="1">
              <a:schemeClr val="dk1"/>
            </a:lnRef>
            <a:fillRef idx="0">
              <a:schemeClr val="dk1"/>
            </a:fillRef>
            <a:effectRef idx="0">
              <a:schemeClr val="dk1"/>
            </a:effectRef>
            <a:fontRef idx="minor">
              <a:schemeClr val="tx1"/>
            </a:fontRef>
          </p:style>
        </p:cxnSp>
        <p:cxnSp>
          <p:nvCxnSpPr>
            <p:cNvPr id="27" name="Elbow Connector 728189960">
              <a:extLst>
                <a:ext uri="{FF2B5EF4-FFF2-40B4-BE49-F238E27FC236}">
                  <a16:creationId xmlns:a16="http://schemas.microsoft.com/office/drawing/2014/main" id="{A2E6E08F-2908-C3EE-6096-68966CB0ED22}"/>
                </a:ext>
              </a:extLst>
            </p:cNvPr>
            <p:cNvCxnSpPr/>
            <p:nvPr/>
          </p:nvCxnSpPr>
          <p:spPr>
            <a:xfrm flipH="1" flipV="1">
              <a:off x="912692" y="2590538"/>
              <a:ext cx="624758" cy="411260"/>
            </a:xfrm>
            <a:prstGeom prst="bentConnector3">
              <a:avLst>
                <a:gd name="adj1" fmla="val -14440"/>
              </a:avLst>
            </a:prstGeom>
            <a:ln>
              <a:tailEnd type="triangle"/>
            </a:ln>
          </p:spPr>
          <p:style>
            <a:lnRef idx="1">
              <a:schemeClr val="dk1"/>
            </a:lnRef>
            <a:fillRef idx="0">
              <a:schemeClr val="dk1"/>
            </a:fillRef>
            <a:effectRef idx="0">
              <a:schemeClr val="dk1"/>
            </a:effectRef>
            <a:fontRef idx="minor">
              <a:schemeClr val="tx1"/>
            </a:fontRef>
          </p:style>
        </p:cxnSp>
        <p:cxnSp>
          <p:nvCxnSpPr>
            <p:cNvPr id="28" name="Elbow Connector 728189961">
              <a:extLst>
                <a:ext uri="{FF2B5EF4-FFF2-40B4-BE49-F238E27FC236}">
                  <a16:creationId xmlns:a16="http://schemas.microsoft.com/office/drawing/2014/main" id="{6988A927-E9C2-6E40-3150-7B2C981A3D75}"/>
                </a:ext>
              </a:extLst>
            </p:cNvPr>
            <p:cNvCxnSpPr/>
            <p:nvPr/>
          </p:nvCxnSpPr>
          <p:spPr>
            <a:xfrm flipH="1" flipV="1">
              <a:off x="910427" y="2079333"/>
              <a:ext cx="587449" cy="2388700"/>
            </a:xfrm>
            <a:prstGeom prst="bentConnector4">
              <a:avLst>
                <a:gd name="adj1" fmla="val -76089"/>
                <a:gd name="adj2" fmla="val 100033"/>
              </a:avLst>
            </a:prstGeom>
            <a:ln>
              <a:tailEnd type="triangle"/>
            </a:ln>
          </p:spPr>
          <p:style>
            <a:lnRef idx="1">
              <a:schemeClr val="dk1"/>
            </a:lnRef>
            <a:fillRef idx="0">
              <a:schemeClr val="dk1"/>
            </a:fillRef>
            <a:effectRef idx="0">
              <a:schemeClr val="dk1"/>
            </a:effectRef>
            <a:fontRef idx="minor">
              <a:schemeClr val="tx1"/>
            </a:fontRef>
          </p:style>
        </p:cxnSp>
        <p:sp>
          <p:nvSpPr>
            <p:cNvPr id="29" name="TextBox 41">
              <a:extLst>
                <a:ext uri="{FF2B5EF4-FFF2-40B4-BE49-F238E27FC236}">
                  <a16:creationId xmlns:a16="http://schemas.microsoft.com/office/drawing/2014/main" id="{6A057294-E67E-A09F-994E-34B5FE3D93FE}"/>
                </a:ext>
              </a:extLst>
            </p:cNvPr>
            <p:cNvSpPr txBox="1"/>
            <p:nvPr/>
          </p:nvSpPr>
          <p:spPr>
            <a:xfrm>
              <a:off x="1460543" y="886854"/>
              <a:ext cx="175080" cy="215444"/>
            </a:xfrm>
            <a:prstGeom prst="rect">
              <a:avLst/>
            </a:prstGeom>
            <a:noFill/>
          </p:spPr>
          <p:txBody>
            <a:bodyPr wrap="square" rtlCol="0">
              <a:noAutofit/>
            </a:bodyPr>
            <a:lstStyle/>
            <a:p>
              <a:r>
                <a:rPr lang="en-US" sz="1400" kern="1200">
                  <a:solidFill>
                    <a:srgbClr val="000000"/>
                  </a:solidFill>
                  <a:effectLst/>
                  <a:latin typeface="Times New Roman" panose="02020603050405020304" pitchFamily="18" charset="0"/>
                  <a:ea typeface="Times New Roman" panose="02020603050405020304" pitchFamily="18" charset="0"/>
                </a:rPr>
                <a:t>S</a:t>
              </a:r>
              <a:endParaRPr lang="en-US" sz="1200">
                <a:effectLst/>
                <a:latin typeface="Times New Roman" panose="02020603050405020304" pitchFamily="18" charset="0"/>
                <a:ea typeface="Times New Roman" panose="02020603050405020304" pitchFamily="18" charset="0"/>
              </a:endParaRPr>
            </a:p>
          </p:txBody>
        </p:sp>
        <p:sp>
          <p:nvSpPr>
            <p:cNvPr id="30" name="TextBox 45">
              <a:extLst>
                <a:ext uri="{FF2B5EF4-FFF2-40B4-BE49-F238E27FC236}">
                  <a16:creationId xmlns:a16="http://schemas.microsoft.com/office/drawing/2014/main" id="{E98D8EAC-CB7F-50BD-B507-82AFDE0FA627}"/>
                </a:ext>
              </a:extLst>
            </p:cNvPr>
            <p:cNvSpPr txBox="1"/>
            <p:nvPr/>
          </p:nvSpPr>
          <p:spPr>
            <a:xfrm>
              <a:off x="776496" y="1336178"/>
              <a:ext cx="175080" cy="215444"/>
            </a:xfrm>
            <a:prstGeom prst="rect">
              <a:avLst/>
            </a:prstGeom>
            <a:noFill/>
          </p:spPr>
          <p:txBody>
            <a:bodyPr wrap="square" rtlCol="0">
              <a:noAutofit/>
            </a:bodyPr>
            <a:lstStyle/>
            <a:p>
              <a:r>
                <a:rPr lang="en-US" sz="1400" kern="1200">
                  <a:solidFill>
                    <a:srgbClr val="000000"/>
                  </a:solidFill>
                  <a:effectLst/>
                  <a:latin typeface="Times New Roman" panose="02020603050405020304" pitchFamily="18" charset="0"/>
                  <a:ea typeface="Times New Roman" panose="02020603050405020304" pitchFamily="18" charset="0"/>
                </a:rPr>
                <a:t>Đ</a:t>
              </a:r>
              <a:endParaRPr lang="en-US" sz="1200">
                <a:effectLst/>
                <a:latin typeface="Times New Roman" panose="02020603050405020304" pitchFamily="18" charset="0"/>
                <a:ea typeface="Times New Roman" panose="02020603050405020304" pitchFamily="18" charset="0"/>
              </a:endParaRPr>
            </a:p>
          </p:txBody>
        </p:sp>
      </p:grpSp>
      <p:sp>
        <p:nvSpPr>
          <p:cNvPr id="31" name="TextBox 30">
            <a:extLst>
              <a:ext uri="{FF2B5EF4-FFF2-40B4-BE49-F238E27FC236}">
                <a16:creationId xmlns:a16="http://schemas.microsoft.com/office/drawing/2014/main" id="{4969FB99-0DAD-E90A-DDEE-8901C7E53690}"/>
              </a:ext>
            </a:extLst>
          </p:cNvPr>
          <p:cNvSpPr txBox="1"/>
          <p:nvPr/>
        </p:nvSpPr>
        <p:spPr>
          <a:xfrm>
            <a:off x="7264400" y="3622357"/>
            <a:ext cx="4839786" cy="492443"/>
          </a:xfrm>
          <a:prstGeom prst="rect">
            <a:avLst/>
          </a:prstGeom>
          <a:noFill/>
        </p:spPr>
        <p:txBody>
          <a:bodyPr wrap="none" rtlCol="0">
            <a:spAutoFit/>
          </a:bodyPr>
          <a:lstStyle/>
          <a:p>
            <a:pPr marL="457200" indent="-457200">
              <a:buFont typeface="Wingdings" panose="05000000000000000000" pitchFamily="2" charset="2"/>
              <a:buChar char="Ø"/>
            </a:pPr>
            <a:r>
              <a:rPr lang="en-US" sz="2600" b="1">
                <a:latin typeface="Times New Roman" panose="02020603050405020304" pitchFamily="18" charset="0"/>
                <a:cs typeface="Times New Roman" panose="02020603050405020304" pitchFamily="18" charset="0"/>
              </a:rPr>
              <a:t>Lưu đồ thuật toán phần cứng</a:t>
            </a:r>
          </a:p>
        </p:txBody>
      </p:sp>
    </p:spTree>
    <p:extLst>
      <p:ext uri="{BB962C8B-B14F-4D97-AF65-F5344CB8AC3E}">
        <p14:creationId xmlns:p14="http://schemas.microsoft.com/office/powerpoint/2010/main" val="2444404264"/>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sz="4000" dirty="0">
                <a:solidFill>
                  <a:schemeClr val="tx1"/>
                </a:solidFill>
                <a:latin typeface="Times New Roman" panose="02020603050405020304" pitchFamily="18" charset="0"/>
                <a:cs typeface="Times New Roman" panose="02020603050405020304" pitchFamily="18" charset="0"/>
              </a:rPr>
              <a:t>2</a:t>
            </a:r>
            <a:r>
              <a:rPr lang="en-US" sz="4000">
                <a:solidFill>
                  <a:schemeClr val="tx1"/>
                </a:solidFill>
                <a:latin typeface="Times New Roman" panose="02020603050405020304" pitchFamily="18" charset="0"/>
                <a:cs typeface="Times New Roman" panose="02020603050405020304" pitchFamily="18" charset="0"/>
              </a:rPr>
              <a:t>. </a:t>
            </a:r>
            <a:r>
              <a:rPr lang="en-US" sz="4000" dirty="0">
                <a:solidFill>
                  <a:schemeClr val="tx1"/>
                </a:solidFill>
                <a:latin typeface="Times New Roman" panose="02020603050405020304" pitchFamily="18" charset="0"/>
                <a:cs typeface="Times New Roman" panose="02020603050405020304" pitchFamily="18" charset="0"/>
              </a:rPr>
              <a:t>THIẾT </a:t>
            </a:r>
            <a:r>
              <a:rPr lang="en-US" sz="4000">
                <a:solidFill>
                  <a:schemeClr val="tx1"/>
                </a:solidFill>
                <a:latin typeface="Times New Roman" panose="02020603050405020304" pitchFamily="18" charset="0"/>
                <a:cs typeface="Times New Roman" panose="02020603050405020304" pitchFamily="18" charset="0"/>
              </a:rPr>
              <a:t>KẾ PHẦN CỨNG</a:t>
            </a:r>
            <a:endParaRPr lang="en-US" sz="4000" dirty="0">
              <a:solidFill>
                <a:schemeClr val="tx1"/>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1247165" y="1912356"/>
            <a:ext cx="6764004" cy="523220"/>
          </a:xfrm>
          <a:prstGeom prst="rect">
            <a:avLst/>
          </a:prstGeom>
          <a:noFill/>
        </p:spPr>
        <p:txBody>
          <a:bodyPr wrap="square" rtlCol="0">
            <a:spAutoFit/>
          </a:bodyPr>
          <a:lstStyle/>
          <a:p>
            <a:pPr marL="457200" indent="-457200">
              <a:buFont typeface="Wingdings" panose="05000000000000000000" pitchFamily="2" charset="2"/>
              <a:buChar char="Ø"/>
            </a:pPr>
            <a:r>
              <a:rPr lang="en-US" sz="2800">
                <a:latin typeface="Times New Roman" panose="02020603050405020304" pitchFamily="18" charset="0"/>
                <a:ea typeface="Arial" panose="020B0604020202020204" pitchFamily="34" charset="0"/>
              </a:rPr>
              <a:t>Sơ đồ mạch in 3D</a:t>
            </a:r>
            <a:endParaRPr lang="en-US" sz="2800" dirty="0"/>
          </a:p>
        </p:txBody>
      </p:sp>
      <p:sp>
        <p:nvSpPr>
          <p:cNvPr id="8" name="TextBox 7">
            <a:extLst>
              <a:ext uri="{FF2B5EF4-FFF2-40B4-BE49-F238E27FC236}">
                <a16:creationId xmlns:a16="http://schemas.microsoft.com/office/drawing/2014/main" id="{6A3B116F-6B9E-B983-33C4-D03315033544}"/>
              </a:ext>
            </a:extLst>
          </p:cNvPr>
          <p:cNvSpPr txBox="1"/>
          <p:nvPr/>
        </p:nvSpPr>
        <p:spPr>
          <a:xfrm>
            <a:off x="7623175" y="1774369"/>
            <a:ext cx="6407150" cy="661207"/>
          </a:xfrm>
          <a:prstGeom prst="rect">
            <a:avLst/>
          </a:prstGeom>
          <a:noFill/>
        </p:spPr>
        <p:txBody>
          <a:bodyPr wrap="square">
            <a:spAutoFit/>
          </a:bodyPr>
          <a:lstStyle/>
          <a:p>
            <a:pPr marL="457200" indent="-457200">
              <a:lnSpc>
                <a:spcPct val="150000"/>
              </a:lnSpc>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Mạch thực tế</a:t>
            </a:r>
            <a:endParaRPr lang="en-US" sz="2800" dirty="0">
              <a:latin typeface="Times New Roman" panose="02020603050405020304" pitchFamily="18" charset="0"/>
              <a:cs typeface="Times New Roman" panose="02020603050405020304" pitchFamily="18" charset="0"/>
            </a:endParaRPr>
          </a:p>
        </p:txBody>
      </p:sp>
      <p:pic>
        <p:nvPicPr>
          <p:cNvPr id="9" name="Picture 8" descr="A yellow board with several blue and black objects&#10;&#10;Description automatically generated">
            <a:extLst>
              <a:ext uri="{FF2B5EF4-FFF2-40B4-BE49-F238E27FC236}">
                <a16:creationId xmlns:a16="http://schemas.microsoft.com/office/drawing/2014/main" id="{239D3AB6-3271-DEE0-BAA9-6A00432FB0E3}"/>
              </a:ext>
            </a:extLst>
          </p:cNvPr>
          <p:cNvPicPr>
            <a:picLocks noChangeAspect="1"/>
          </p:cNvPicPr>
          <p:nvPr/>
        </p:nvPicPr>
        <p:blipFill rotWithShape="1">
          <a:blip r:embed="rId3"/>
          <a:srcRect l="7973" t="11162" r="13419" b="10595"/>
          <a:stretch/>
        </p:blipFill>
        <p:spPr bwMode="auto">
          <a:xfrm>
            <a:off x="6998239" y="2878059"/>
            <a:ext cx="4898926" cy="4377505"/>
          </a:xfrm>
          <a:prstGeom prst="rect">
            <a:avLst/>
          </a:prstGeom>
          <a:ln>
            <a:noFill/>
          </a:ln>
          <a:extLst>
            <a:ext uri="{53640926-AAD7-44D8-BBD7-CCE9431645EC}">
              <a14:shadowObscured xmlns:a14="http://schemas.microsoft.com/office/drawing/2010/main"/>
            </a:ext>
          </a:extLst>
        </p:spPr>
      </p:pic>
      <p:pic>
        <p:nvPicPr>
          <p:cNvPr id="11" name="Picture 10">
            <a:extLst>
              <a:ext uri="{FF2B5EF4-FFF2-40B4-BE49-F238E27FC236}">
                <a16:creationId xmlns:a16="http://schemas.microsoft.com/office/drawing/2014/main" id="{8012E1B0-8EDA-56C4-7976-71671D510D22}"/>
              </a:ext>
            </a:extLst>
          </p:cNvPr>
          <p:cNvPicPr>
            <a:picLocks noChangeAspect="1"/>
          </p:cNvPicPr>
          <p:nvPr/>
        </p:nvPicPr>
        <p:blipFill>
          <a:blip r:embed="rId4"/>
          <a:stretch>
            <a:fillRect/>
          </a:stretch>
        </p:blipFill>
        <p:spPr>
          <a:xfrm rot="10800000">
            <a:off x="564788" y="2878060"/>
            <a:ext cx="5406502" cy="4377504"/>
          </a:xfrm>
          <a:prstGeom prst="rect">
            <a:avLst/>
          </a:prstGeom>
        </p:spPr>
      </p:pic>
      <p:sp>
        <p:nvSpPr>
          <p:cNvPr id="13" name="Right Arrow 11">
            <a:extLst>
              <a:ext uri="{FF2B5EF4-FFF2-40B4-BE49-F238E27FC236}">
                <a16:creationId xmlns:a16="http://schemas.microsoft.com/office/drawing/2014/main" id="{F3B6AA3D-3F7C-B2E4-0539-A6F155BA7F73}"/>
              </a:ext>
            </a:extLst>
          </p:cNvPr>
          <p:cNvSpPr/>
          <p:nvPr/>
        </p:nvSpPr>
        <p:spPr>
          <a:xfrm>
            <a:off x="6106071" y="4300330"/>
            <a:ext cx="778206" cy="798444"/>
          </a:xfrm>
          <a:prstGeom prst="rightArrow">
            <a:avLst/>
          </a:prstGeom>
          <a:solidFill>
            <a:srgbClr val="FE98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47329670"/>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7CAB-5879-206E-0D61-70BAB3BE4A46}"/>
              </a:ext>
            </a:extLst>
          </p:cNvPr>
          <p:cNvSpPr>
            <a:spLocks noGrp="1"/>
          </p:cNvSpPr>
          <p:nvPr>
            <p:ph type="title"/>
          </p:nvPr>
        </p:nvSpPr>
        <p:spPr/>
        <p:txBody>
          <a:bodyPr/>
          <a:lstStyle/>
          <a:p>
            <a:r>
              <a:rPr lang="en-US"/>
              <a:t>2. THIẾT KẾ PHẦN MỀM</a:t>
            </a:r>
          </a:p>
        </p:txBody>
      </p:sp>
      <p:pic>
        <p:nvPicPr>
          <p:cNvPr id="4" name="Content Placeholder 3">
            <a:extLst>
              <a:ext uri="{FF2B5EF4-FFF2-40B4-BE49-F238E27FC236}">
                <a16:creationId xmlns:a16="http://schemas.microsoft.com/office/drawing/2014/main" id="{E25A5A20-8D0D-8B01-8E78-3636F555A6F9}"/>
              </a:ext>
            </a:extLst>
          </p:cNvPr>
          <p:cNvPicPr>
            <a:picLocks noGrp="1" noChangeAspect="1"/>
          </p:cNvPicPr>
          <p:nvPr>
            <p:ph idx="1"/>
          </p:nvPr>
        </p:nvPicPr>
        <p:blipFill rotWithShape="1">
          <a:blip r:embed="rId2"/>
          <a:srcRect r="731" b="28157"/>
          <a:stretch/>
        </p:blipFill>
        <p:spPr bwMode="auto">
          <a:xfrm>
            <a:off x="381902" y="2704675"/>
            <a:ext cx="11694141" cy="4758276"/>
          </a:xfrm>
          <a:prstGeom prst="rect">
            <a:avLst/>
          </a:prstGeom>
          <a:ln>
            <a:noFill/>
          </a:ln>
          <a:extLst>
            <a:ext uri="{53640926-AAD7-44D8-BBD7-CCE9431645EC}">
              <a14:shadowObscured xmlns:a14="http://schemas.microsoft.com/office/drawing/2010/main"/>
            </a:ext>
          </a:extLst>
        </p:spPr>
      </p:pic>
      <p:sp>
        <p:nvSpPr>
          <p:cNvPr id="5" name="TextBox 4">
            <a:extLst>
              <a:ext uri="{FF2B5EF4-FFF2-40B4-BE49-F238E27FC236}">
                <a16:creationId xmlns:a16="http://schemas.microsoft.com/office/drawing/2014/main" id="{65F6E0FC-DAEB-729A-5E89-F3274F87E676}"/>
              </a:ext>
            </a:extLst>
          </p:cNvPr>
          <p:cNvSpPr txBox="1"/>
          <p:nvPr/>
        </p:nvSpPr>
        <p:spPr>
          <a:xfrm>
            <a:off x="1252331" y="1918252"/>
            <a:ext cx="4724370" cy="492443"/>
          </a:xfrm>
          <a:prstGeom prst="rect">
            <a:avLst/>
          </a:prstGeom>
          <a:noFill/>
        </p:spPr>
        <p:txBody>
          <a:bodyPr wrap="none" rtlCol="0">
            <a:spAutoFit/>
          </a:bodyPr>
          <a:lstStyle/>
          <a:p>
            <a:pPr marL="457200" indent="-457200">
              <a:buFont typeface="Wingdings" panose="05000000000000000000" pitchFamily="2" charset="2"/>
              <a:buChar char="Ø"/>
            </a:pPr>
            <a:r>
              <a:rPr lang="en-US" sz="2600">
                <a:latin typeface="Times New Roman" panose="02020603050405020304" pitchFamily="18" charset="0"/>
                <a:cs typeface="Times New Roman" panose="02020603050405020304" pitchFamily="18" charset="0"/>
              </a:rPr>
              <a:t>Mô hình chức năng phần mềm</a:t>
            </a:r>
          </a:p>
        </p:txBody>
      </p:sp>
    </p:spTree>
    <p:extLst>
      <p:ext uri="{BB962C8B-B14F-4D97-AF65-F5344CB8AC3E}">
        <p14:creationId xmlns:p14="http://schemas.microsoft.com/office/powerpoint/2010/main" val="3010066556"/>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7CAB-5879-206E-0D61-70BAB3BE4A46}"/>
              </a:ext>
            </a:extLst>
          </p:cNvPr>
          <p:cNvSpPr>
            <a:spLocks noGrp="1"/>
          </p:cNvSpPr>
          <p:nvPr>
            <p:ph type="title"/>
          </p:nvPr>
        </p:nvSpPr>
        <p:spPr/>
        <p:txBody>
          <a:bodyPr/>
          <a:lstStyle/>
          <a:p>
            <a:r>
              <a:rPr lang="en-US"/>
              <a:t>2. THIẾT KẾ PHẦN MỀM</a:t>
            </a:r>
          </a:p>
        </p:txBody>
      </p:sp>
      <p:sp>
        <p:nvSpPr>
          <p:cNvPr id="8" name="TextBox 7">
            <a:extLst>
              <a:ext uri="{FF2B5EF4-FFF2-40B4-BE49-F238E27FC236}">
                <a16:creationId xmlns:a16="http://schemas.microsoft.com/office/drawing/2014/main" id="{DE97180E-11F2-69D4-569B-3E9E2FEFE9B8}"/>
              </a:ext>
            </a:extLst>
          </p:cNvPr>
          <p:cNvSpPr txBox="1"/>
          <p:nvPr/>
        </p:nvSpPr>
        <p:spPr>
          <a:xfrm>
            <a:off x="4582049" y="7499411"/>
            <a:ext cx="4333238" cy="430887"/>
          </a:xfrm>
          <a:prstGeom prst="rect">
            <a:avLst/>
          </a:prstGeom>
          <a:noFill/>
        </p:spPr>
        <p:txBody>
          <a:bodyPr wrap="none" rtlCol="0">
            <a:spAutoFit/>
          </a:bodyPr>
          <a:lstStyle/>
          <a:p>
            <a:r>
              <a:rPr lang="en-US" sz="2200">
                <a:latin typeface="Times New Roman" panose="02020603050405020304" pitchFamily="18" charset="0"/>
                <a:cs typeface="Times New Roman" panose="02020603050405020304" pitchFamily="18" charset="0"/>
              </a:rPr>
              <a:t>Thiết lập cơ sở dữ liệu trên Firebase </a:t>
            </a:r>
          </a:p>
        </p:txBody>
      </p:sp>
      <p:pic>
        <p:nvPicPr>
          <p:cNvPr id="11" name="Picture 10">
            <a:extLst>
              <a:ext uri="{FF2B5EF4-FFF2-40B4-BE49-F238E27FC236}">
                <a16:creationId xmlns:a16="http://schemas.microsoft.com/office/drawing/2014/main" id="{79BD098B-1852-C519-4569-1E0FD5069A99}"/>
              </a:ext>
            </a:extLst>
          </p:cNvPr>
          <p:cNvPicPr>
            <a:picLocks noChangeAspect="1"/>
          </p:cNvPicPr>
          <p:nvPr/>
        </p:nvPicPr>
        <p:blipFill>
          <a:blip r:embed="rId2"/>
          <a:stretch>
            <a:fillRect/>
          </a:stretch>
        </p:blipFill>
        <p:spPr>
          <a:xfrm>
            <a:off x="1791531" y="1870645"/>
            <a:ext cx="9689605" cy="5534007"/>
          </a:xfrm>
          <a:prstGeom prst="rect">
            <a:avLst/>
          </a:prstGeom>
        </p:spPr>
      </p:pic>
    </p:spTree>
    <p:extLst>
      <p:ext uri="{BB962C8B-B14F-4D97-AF65-F5344CB8AC3E}">
        <p14:creationId xmlns:p14="http://schemas.microsoft.com/office/powerpoint/2010/main" val="3350886053"/>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7CAB-5879-206E-0D61-70BAB3BE4A46}"/>
              </a:ext>
            </a:extLst>
          </p:cNvPr>
          <p:cNvSpPr>
            <a:spLocks noGrp="1"/>
          </p:cNvSpPr>
          <p:nvPr>
            <p:ph type="title"/>
          </p:nvPr>
        </p:nvSpPr>
        <p:spPr/>
        <p:txBody>
          <a:bodyPr/>
          <a:lstStyle/>
          <a:p>
            <a:r>
              <a:rPr lang="en-US"/>
              <a:t>2. THIẾT KẾ PHẦN MỀM</a:t>
            </a:r>
          </a:p>
        </p:txBody>
      </p:sp>
      <p:pic>
        <p:nvPicPr>
          <p:cNvPr id="5" name="Content Placeholder 4">
            <a:extLst>
              <a:ext uri="{FF2B5EF4-FFF2-40B4-BE49-F238E27FC236}">
                <a16:creationId xmlns:a16="http://schemas.microsoft.com/office/drawing/2014/main" id="{28FB5C49-0BD1-4117-76E6-B335CEF060AB}"/>
              </a:ext>
            </a:extLst>
          </p:cNvPr>
          <p:cNvPicPr>
            <a:picLocks noGrp="1" noChangeAspect="1"/>
          </p:cNvPicPr>
          <p:nvPr>
            <p:ph idx="1"/>
          </p:nvPr>
        </p:nvPicPr>
        <p:blipFill>
          <a:blip r:embed="rId2"/>
          <a:stretch>
            <a:fillRect/>
          </a:stretch>
        </p:blipFill>
        <p:spPr>
          <a:xfrm>
            <a:off x="1743472" y="2070100"/>
            <a:ext cx="9322594" cy="5294313"/>
          </a:xfrm>
        </p:spPr>
      </p:pic>
      <p:sp>
        <p:nvSpPr>
          <p:cNvPr id="6" name="TextBox 5">
            <a:extLst>
              <a:ext uri="{FF2B5EF4-FFF2-40B4-BE49-F238E27FC236}">
                <a16:creationId xmlns:a16="http://schemas.microsoft.com/office/drawing/2014/main" id="{99DB5118-B111-C5D7-4ACA-7743CE30FE94}"/>
              </a:ext>
            </a:extLst>
          </p:cNvPr>
          <p:cNvSpPr txBox="1"/>
          <p:nvPr/>
        </p:nvSpPr>
        <p:spPr>
          <a:xfrm>
            <a:off x="4134679" y="7618992"/>
            <a:ext cx="5620898" cy="430887"/>
          </a:xfrm>
          <a:prstGeom prst="rect">
            <a:avLst/>
          </a:prstGeom>
          <a:noFill/>
        </p:spPr>
        <p:txBody>
          <a:bodyPr wrap="none" rtlCol="0">
            <a:spAutoFit/>
          </a:bodyPr>
          <a:lstStyle/>
          <a:p>
            <a:r>
              <a:rPr lang="en-US" sz="2200">
                <a:latin typeface="Times New Roman" panose="02020603050405020304" pitchFamily="18" charset="0"/>
                <a:cs typeface="Times New Roman" panose="02020603050405020304" pitchFamily="18" charset="0"/>
              </a:rPr>
              <a:t>Thiết kế ứng dụng hệ thống trên Android Studio</a:t>
            </a:r>
          </a:p>
        </p:txBody>
      </p:sp>
    </p:spTree>
    <p:extLst>
      <p:ext uri="{BB962C8B-B14F-4D97-AF65-F5344CB8AC3E}">
        <p14:creationId xmlns:p14="http://schemas.microsoft.com/office/powerpoint/2010/main" val="3229888907"/>
      </p:ext>
    </p:extLst>
  </p:cSld>
  <p:clrMapOvr>
    <a:masterClrMapping/>
  </p:clrMapOvr>
  <p:transition spd="slow">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77CAB-5879-206E-0D61-70BAB3BE4A46}"/>
              </a:ext>
            </a:extLst>
          </p:cNvPr>
          <p:cNvSpPr>
            <a:spLocks noGrp="1"/>
          </p:cNvSpPr>
          <p:nvPr>
            <p:ph type="title"/>
          </p:nvPr>
        </p:nvSpPr>
        <p:spPr/>
        <p:txBody>
          <a:bodyPr/>
          <a:lstStyle/>
          <a:p>
            <a:r>
              <a:rPr lang="en-US"/>
              <a:t>2. THIẾT KẾ WEB QUẢN LÝ</a:t>
            </a:r>
          </a:p>
        </p:txBody>
      </p:sp>
      <p:sp>
        <p:nvSpPr>
          <p:cNvPr id="6" name="TextBox 5">
            <a:extLst>
              <a:ext uri="{FF2B5EF4-FFF2-40B4-BE49-F238E27FC236}">
                <a16:creationId xmlns:a16="http://schemas.microsoft.com/office/drawing/2014/main" id="{99DB5118-B111-C5D7-4ACA-7743CE30FE94}"/>
              </a:ext>
            </a:extLst>
          </p:cNvPr>
          <p:cNvSpPr txBox="1"/>
          <p:nvPr/>
        </p:nvSpPr>
        <p:spPr>
          <a:xfrm>
            <a:off x="1702080" y="7283968"/>
            <a:ext cx="3101747" cy="430887"/>
          </a:xfrm>
          <a:prstGeom prst="rect">
            <a:avLst/>
          </a:prstGeom>
          <a:noFill/>
        </p:spPr>
        <p:txBody>
          <a:bodyPr wrap="none" rtlCol="0">
            <a:spAutoFit/>
          </a:bodyPr>
          <a:lstStyle/>
          <a:p>
            <a:r>
              <a:rPr lang="en-US" sz="2200">
                <a:latin typeface="Times New Roman" panose="02020603050405020304" pitchFamily="18" charset="0"/>
                <a:cs typeface="Times New Roman" panose="02020603050405020304" pitchFamily="18" charset="0"/>
              </a:rPr>
              <a:t>Giao diện đăng nhập Web</a:t>
            </a:r>
          </a:p>
        </p:txBody>
      </p:sp>
      <p:pic>
        <p:nvPicPr>
          <p:cNvPr id="8" name="Picture 7">
            <a:extLst>
              <a:ext uri="{FF2B5EF4-FFF2-40B4-BE49-F238E27FC236}">
                <a16:creationId xmlns:a16="http://schemas.microsoft.com/office/drawing/2014/main" id="{CF92F7DF-BB22-1D7A-E83C-9FCB4569EAD3}"/>
              </a:ext>
            </a:extLst>
          </p:cNvPr>
          <p:cNvPicPr>
            <a:picLocks noChangeAspect="1"/>
          </p:cNvPicPr>
          <p:nvPr/>
        </p:nvPicPr>
        <p:blipFill rotWithShape="1">
          <a:blip r:embed="rId2"/>
          <a:srcRect l="12032" t="-434" r="15633" b="434"/>
          <a:stretch/>
        </p:blipFill>
        <p:spPr>
          <a:xfrm>
            <a:off x="576470" y="2355573"/>
            <a:ext cx="5208104" cy="4576257"/>
          </a:xfrm>
          <a:prstGeom prst="rect">
            <a:avLst/>
          </a:prstGeom>
        </p:spPr>
      </p:pic>
      <p:pic>
        <p:nvPicPr>
          <p:cNvPr id="10" name="Picture 9">
            <a:extLst>
              <a:ext uri="{FF2B5EF4-FFF2-40B4-BE49-F238E27FC236}">
                <a16:creationId xmlns:a16="http://schemas.microsoft.com/office/drawing/2014/main" id="{3035B341-2B85-A0BF-77AA-BAFF56ED93ED}"/>
              </a:ext>
            </a:extLst>
          </p:cNvPr>
          <p:cNvPicPr>
            <a:picLocks noChangeAspect="1"/>
          </p:cNvPicPr>
          <p:nvPr/>
        </p:nvPicPr>
        <p:blipFill rotWithShape="1">
          <a:blip r:embed="rId3"/>
          <a:srcRect l="1941"/>
          <a:stretch/>
        </p:blipFill>
        <p:spPr>
          <a:xfrm>
            <a:off x="5983357" y="2355573"/>
            <a:ext cx="6609521" cy="4383157"/>
          </a:xfrm>
          <a:prstGeom prst="rect">
            <a:avLst/>
          </a:prstGeom>
        </p:spPr>
      </p:pic>
      <p:sp>
        <p:nvSpPr>
          <p:cNvPr id="11" name="TextBox 10">
            <a:extLst>
              <a:ext uri="{FF2B5EF4-FFF2-40B4-BE49-F238E27FC236}">
                <a16:creationId xmlns:a16="http://schemas.microsoft.com/office/drawing/2014/main" id="{443879A3-2440-D3D9-E815-973A0AC9D0E5}"/>
              </a:ext>
            </a:extLst>
          </p:cNvPr>
          <p:cNvSpPr txBox="1"/>
          <p:nvPr/>
        </p:nvSpPr>
        <p:spPr>
          <a:xfrm>
            <a:off x="8299174" y="7320052"/>
            <a:ext cx="2602636" cy="400110"/>
          </a:xfrm>
          <a:prstGeom prst="rect">
            <a:avLst/>
          </a:prstGeom>
          <a:noFill/>
        </p:spPr>
        <p:txBody>
          <a:bodyPr wrap="none" rtlCol="0">
            <a:spAutoFit/>
          </a:bodyPr>
          <a:lstStyle/>
          <a:p>
            <a:r>
              <a:rPr lang="en-US"/>
              <a:t>Giao diện chính quản lý</a:t>
            </a:r>
          </a:p>
        </p:txBody>
      </p:sp>
    </p:spTree>
    <p:extLst>
      <p:ext uri="{BB962C8B-B14F-4D97-AF65-F5344CB8AC3E}">
        <p14:creationId xmlns:p14="http://schemas.microsoft.com/office/powerpoint/2010/main" val="4091708497"/>
      </p:ext>
    </p:extLst>
  </p:cSld>
  <p:clrMapOvr>
    <a:masterClrMapping/>
  </p:clrMapOvr>
  <p:transition spd="slow">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3879989" y="3657600"/>
            <a:ext cx="5933482" cy="1649186"/>
          </a:xfrm>
        </p:spPr>
        <p:txBody>
          <a:bodyPr>
            <a:noAutofit/>
          </a:bodyPr>
          <a:lstStyle/>
          <a:p>
            <a:r>
              <a:rPr lang="en-US" sz="5400"/>
              <a:t>THỰC NGHIỆM</a:t>
            </a:r>
            <a:endParaRPr lang="en-US" sz="5400" dirty="0"/>
          </a:p>
        </p:txBody>
      </p:sp>
    </p:spTree>
    <p:extLst>
      <p:ext uri="{BB962C8B-B14F-4D97-AF65-F5344CB8AC3E}">
        <p14:creationId xmlns:p14="http://schemas.microsoft.com/office/powerpoint/2010/main" val="68140466"/>
      </p:ext>
    </p:extLst>
  </p:cSld>
  <p:clrMapOvr>
    <a:masterClrMapping/>
  </p:clrMapOvr>
  <p:transition spd="slow">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1570383" y="4114800"/>
            <a:ext cx="10873408" cy="2261112"/>
          </a:xfrm>
        </p:spPr>
        <p:txBody>
          <a:bodyPr>
            <a:noAutofit/>
          </a:bodyPr>
          <a:lstStyle/>
          <a:p>
            <a:r>
              <a:rPr lang="en-US" sz="5400" dirty="0"/>
              <a:t>KẾT QUẢ ĐÁNH GIÁ </a:t>
            </a:r>
            <a:r>
              <a:rPr lang="en-US" sz="5400"/>
              <a:t>HỆ THỐNG</a:t>
            </a:r>
            <a:endParaRPr lang="en-US" sz="5400" dirty="0"/>
          </a:p>
        </p:txBody>
      </p:sp>
    </p:spTree>
    <p:extLst>
      <p:ext uri="{BB962C8B-B14F-4D97-AF65-F5344CB8AC3E}">
        <p14:creationId xmlns:p14="http://schemas.microsoft.com/office/powerpoint/2010/main" val="1958518449"/>
      </p:ext>
    </p:extLst>
  </p:cSld>
  <p:clrMapOvr>
    <a:masterClrMapping/>
  </p:clrMapOvr>
  <p:transition spd="slow">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1608363" y="694360"/>
            <a:ext cx="10474779" cy="2261112"/>
          </a:xfrm>
        </p:spPr>
        <p:txBody>
          <a:bodyPr>
            <a:noAutofit/>
          </a:bodyPr>
          <a:lstStyle/>
          <a:p>
            <a:r>
              <a:rPr lang="en-US" sz="4000" dirty="0">
                <a:solidFill>
                  <a:schemeClr val="tx1"/>
                </a:solidFill>
                <a:latin typeface="Times New Roman" panose="02020603050405020304" pitchFamily="18" charset="0"/>
                <a:cs typeface="Times New Roman" panose="02020603050405020304" pitchFamily="18" charset="0"/>
              </a:rPr>
              <a:t>3. KẾT QUẢ ĐÁNH </a:t>
            </a:r>
            <a:r>
              <a:rPr lang="en-US" sz="4000">
                <a:solidFill>
                  <a:schemeClr val="tx1"/>
                </a:solidFill>
                <a:latin typeface="Times New Roman" panose="02020603050405020304" pitchFamily="18" charset="0"/>
                <a:cs typeface="Times New Roman" panose="02020603050405020304" pitchFamily="18" charset="0"/>
              </a:rPr>
              <a:t>GIÁ HỆ THỐNG</a:t>
            </a:r>
            <a:br>
              <a:rPr lang="en-US" sz="4000">
                <a:solidFill>
                  <a:schemeClr val="tx1"/>
                </a:solidFill>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9637795-33A9-CC93-692C-E396B59500E7}"/>
              </a:ext>
            </a:extLst>
          </p:cNvPr>
          <p:cNvSpPr txBox="1"/>
          <p:nvPr/>
        </p:nvSpPr>
        <p:spPr>
          <a:xfrm>
            <a:off x="1894113" y="2779402"/>
            <a:ext cx="1984839" cy="523220"/>
          </a:xfrm>
          <a:prstGeom prst="rect">
            <a:avLst/>
          </a:prstGeom>
          <a:noFill/>
        </p:spPr>
        <p:txBody>
          <a:bodyPr wrap="none" rtlCol="0">
            <a:spAutoFit/>
          </a:bodyPr>
          <a:lstStyle/>
          <a:p>
            <a:pPr marL="342900" indent="-342900">
              <a:buFont typeface="Wingdings" panose="05000000000000000000" pitchFamily="2" charset="2"/>
              <a:buChar char="Ø"/>
            </a:pPr>
            <a:r>
              <a:rPr lang="en-US" sz="2800" i="1">
                <a:solidFill>
                  <a:srgbClr val="00B050"/>
                </a:solidFill>
                <a:latin typeface="Times New Roman" panose="02020603050405020304" pitchFamily="18" charset="0"/>
                <a:cs typeface="Times New Roman" panose="02020603050405020304" pitchFamily="18" charset="0"/>
              </a:rPr>
              <a:t>Ưu điểm: </a:t>
            </a:r>
          </a:p>
        </p:txBody>
      </p:sp>
      <p:sp>
        <p:nvSpPr>
          <p:cNvPr id="3" name="TextBox 2">
            <a:extLst>
              <a:ext uri="{FF2B5EF4-FFF2-40B4-BE49-F238E27FC236}">
                <a16:creationId xmlns:a16="http://schemas.microsoft.com/office/drawing/2014/main" id="{DD08C5A0-9686-0557-21F6-443E62D32F5E}"/>
              </a:ext>
            </a:extLst>
          </p:cNvPr>
          <p:cNvSpPr txBox="1"/>
          <p:nvPr/>
        </p:nvSpPr>
        <p:spPr>
          <a:xfrm>
            <a:off x="1446543" y="3827579"/>
            <a:ext cx="9431112" cy="3693319"/>
          </a:xfrm>
          <a:prstGeom prst="rect">
            <a:avLst/>
          </a:prstGeom>
          <a:noFill/>
        </p:spPr>
        <p:txBody>
          <a:bodyPr wrap="square" rtlCol="0">
            <a:spAutoFit/>
          </a:bodyPr>
          <a:lstStyle/>
          <a:p>
            <a:pPr marL="342900" indent="-342900">
              <a:buFontTx/>
              <a:buChar char="-"/>
            </a:pPr>
            <a:r>
              <a:rPr lang="vi-VN" sz="2600">
                <a:latin typeface="Times New Roman" panose="02020603050405020304" pitchFamily="18" charset="0"/>
                <a:cs typeface="Times New Roman" panose="02020603050405020304" pitchFamily="18" charset="0"/>
              </a:rPr>
              <a:t>Tối ưu hóa việc sử dụng phòng học: Hệ thống giúp quản lý lịch trình và đặt phòng hiệu quả, tránh xung đột và đảm bảo phòng học được sử dụng tối đa.</a:t>
            </a:r>
            <a:endParaRPr lang="en-US" sz="2600">
              <a:latin typeface="Times New Roman" panose="02020603050405020304" pitchFamily="18" charset="0"/>
              <a:cs typeface="Times New Roman" panose="02020603050405020304" pitchFamily="18" charset="0"/>
            </a:endParaRPr>
          </a:p>
          <a:p>
            <a:pPr marL="342900" indent="-342900">
              <a:buFontTx/>
              <a:buChar char="-"/>
            </a:pPr>
            <a:r>
              <a:rPr lang="vi-VN" sz="2600">
                <a:latin typeface="Times New Roman" panose="02020603050405020304" pitchFamily="18" charset="0"/>
                <a:cs typeface="Times New Roman" panose="02020603050405020304" pitchFamily="18" charset="0"/>
              </a:rPr>
              <a:t>Điều khiển thiết bị tự động: Cho phép bật/tắt các thiết bị điện tử từ xa, giúp tiết kiệm năng lượng và tăng tiện ích.</a:t>
            </a:r>
            <a:endParaRPr lang="en-US" sz="2600">
              <a:latin typeface="Times New Roman" panose="02020603050405020304" pitchFamily="18" charset="0"/>
              <a:cs typeface="Times New Roman" panose="02020603050405020304" pitchFamily="18" charset="0"/>
            </a:endParaRPr>
          </a:p>
          <a:p>
            <a:pPr marL="342900" indent="-342900">
              <a:buFontTx/>
              <a:buChar char="-"/>
            </a:pPr>
            <a:r>
              <a:rPr lang="en-US" sz="2600">
                <a:latin typeface="Times New Roman" panose="02020603050405020304" pitchFamily="18" charset="0"/>
                <a:cs typeface="Times New Roman" panose="02020603050405020304" pitchFamily="18" charset="0"/>
              </a:rPr>
              <a:t>Giao diện thân thiện: Dễ dàng sử dụng và thao tác qua app trên điện thoại.</a:t>
            </a:r>
          </a:p>
          <a:p>
            <a:pPr marL="342900" indent="-342900">
              <a:buFontTx/>
              <a:buChar char="-"/>
            </a:pPr>
            <a:r>
              <a:rPr lang="en-US" sz="2600">
                <a:latin typeface="Times New Roman" panose="02020603050405020304" pitchFamily="18" charset="0"/>
                <a:cs typeface="Times New Roman" panose="02020603050405020304" pitchFamily="18" charset="0"/>
              </a:rPr>
              <a:t>Bảo mật: hệ thống có tính xác thực cao, xác minh qua email và số điện thoại.</a:t>
            </a:r>
          </a:p>
        </p:txBody>
      </p:sp>
      <p:pic>
        <p:nvPicPr>
          <p:cNvPr id="13" name="Picture 2" descr="Cổ phiếu tăng - giảm mạnh nhất trong tuần | Vietstock">
            <a:extLst>
              <a:ext uri="{FF2B5EF4-FFF2-40B4-BE49-F238E27FC236}">
                <a16:creationId xmlns:a16="http://schemas.microsoft.com/office/drawing/2014/main" id="{CFC448A0-C09D-7CE0-6046-C451D486D434}"/>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l="4211" t="9638" r="49474"/>
          <a:stretch/>
        </p:blipFill>
        <p:spPr bwMode="auto">
          <a:xfrm>
            <a:off x="441230" y="2486167"/>
            <a:ext cx="873339" cy="1109690"/>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Hệ thống phân loại da Baumann (Kết luận)">
            <a:extLst>
              <a:ext uri="{FF2B5EF4-FFF2-40B4-BE49-F238E27FC236}">
                <a16:creationId xmlns:a16="http://schemas.microsoft.com/office/drawing/2014/main" id="{F4A57BDF-2900-6BD9-2825-5316FD81168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29029" y="1602769"/>
            <a:ext cx="4297252" cy="23532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3603413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with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ppt_x"/>
                                          </p:val>
                                        </p:tav>
                                        <p:tav tm="100000">
                                          <p:val>
                                            <p:strVal val="#ppt_x"/>
                                          </p:val>
                                        </p:tav>
                                      </p:tavLst>
                                    </p:anim>
                                    <p:anim calcmode="lin" valueType="num">
                                      <p:cBhvr additive="base">
                                        <p:cTn id="8"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5DF590-B2D5-EC7B-FA1E-B48EA8BCFCDA}"/>
              </a:ext>
            </a:extLst>
          </p:cNvPr>
          <p:cNvSpPr>
            <a:spLocks noGrp="1"/>
          </p:cNvSpPr>
          <p:nvPr>
            <p:ph type="title"/>
          </p:nvPr>
        </p:nvSpPr>
        <p:spPr>
          <a:xfrm>
            <a:off x="1608363" y="694360"/>
            <a:ext cx="10474779" cy="2261112"/>
          </a:xfrm>
        </p:spPr>
        <p:txBody>
          <a:bodyPr>
            <a:noAutofit/>
          </a:bodyPr>
          <a:lstStyle/>
          <a:p>
            <a:r>
              <a:rPr lang="en-US" sz="4000" dirty="0">
                <a:solidFill>
                  <a:schemeClr val="tx1"/>
                </a:solidFill>
                <a:latin typeface="Times New Roman" panose="02020603050405020304" pitchFamily="18" charset="0"/>
                <a:cs typeface="Times New Roman" panose="02020603050405020304" pitchFamily="18" charset="0"/>
              </a:rPr>
              <a:t>3. KẾT QUẢ ĐÁNH </a:t>
            </a:r>
            <a:r>
              <a:rPr lang="en-US" sz="4000">
                <a:solidFill>
                  <a:schemeClr val="tx1"/>
                </a:solidFill>
                <a:latin typeface="Times New Roman" panose="02020603050405020304" pitchFamily="18" charset="0"/>
                <a:cs typeface="Times New Roman" panose="02020603050405020304" pitchFamily="18" charset="0"/>
              </a:rPr>
              <a:t>GIÁ HỆ THỐNG</a:t>
            </a:r>
            <a:br>
              <a:rPr lang="en-US" sz="4000">
                <a:solidFill>
                  <a:schemeClr val="tx1"/>
                </a:solidFill>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2" name="TextBox 1">
            <a:extLst>
              <a:ext uri="{FF2B5EF4-FFF2-40B4-BE49-F238E27FC236}">
                <a16:creationId xmlns:a16="http://schemas.microsoft.com/office/drawing/2014/main" id="{19637795-33A9-CC93-692C-E396B59500E7}"/>
              </a:ext>
            </a:extLst>
          </p:cNvPr>
          <p:cNvSpPr txBox="1"/>
          <p:nvPr/>
        </p:nvSpPr>
        <p:spPr>
          <a:xfrm>
            <a:off x="1894113" y="2779402"/>
            <a:ext cx="2492990" cy="523220"/>
          </a:xfrm>
          <a:prstGeom prst="rect">
            <a:avLst/>
          </a:prstGeom>
          <a:noFill/>
        </p:spPr>
        <p:txBody>
          <a:bodyPr wrap="none" rtlCol="0">
            <a:spAutoFit/>
          </a:bodyPr>
          <a:lstStyle/>
          <a:p>
            <a:pPr marL="342900" indent="-342900">
              <a:buFont typeface="Wingdings" panose="05000000000000000000" pitchFamily="2" charset="2"/>
              <a:buChar char="Ø"/>
            </a:pPr>
            <a:r>
              <a:rPr lang="en-US" sz="2800" i="1">
                <a:solidFill>
                  <a:srgbClr val="FF0000"/>
                </a:solidFill>
                <a:latin typeface="Times New Roman" panose="02020603050405020304" pitchFamily="18" charset="0"/>
                <a:cs typeface="Times New Roman" panose="02020603050405020304" pitchFamily="18" charset="0"/>
              </a:rPr>
              <a:t>Nhược điểm: </a:t>
            </a:r>
          </a:p>
        </p:txBody>
      </p:sp>
      <p:sp>
        <p:nvSpPr>
          <p:cNvPr id="3" name="TextBox 2">
            <a:extLst>
              <a:ext uri="{FF2B5EF4-FFF2-40B4-BE49-F238E27FC236}">
                <a16:creationId xmlns:a16="http://schemas.microsoft.com/office/drawing/2014/main" id="{DD08C5A0-9686-0557-21F6-443E62D32F5E}"/>
              </a:ext>
            </a:extLst>
          </p:cNvPr>
          <p:cNvSpPr txBox="1"/>
          <p:nvPr/>
        </p:nvSpPr>
        <p:spPr>
          <a:xfrm>
            <a:off x="1446543" y="3827579"/>
            <a:ext cx="9431112" cy="2893100"/>
          </a:xfrm>
          <a:prstGeom prst="rect">
            <a:avLst/>
          </a:prstGeom>
          <a:noFill/>
        </p:spPr>
        <p:txBody>
          <a:bodyPr wrap="square" rtlCol="0">
            <a:spAutoFit/>
          </a:bodyPr>
          <a:lstStyle/>
          <a:p>
            <a:pPr marL="342900" indent="-342900">
              <a:buFontTx/>
              <a:buChar char="-"/>
            </a:pPr>
            <a:r>
              <a:rPr lang="vi-VN" sz="2600">
                <a:latin typeface="Times New Roman" panose="02020603050405020304" pitchFamily="18" charset="0"/>
                <a:cs typeface="Times New Roman" panose="02020603050405020304" pitchFamily="18" charset="0"/>
              </a:rPr>
              <a:t>Phụ thuộc vào kết nối internet: </a:t>
            </a:r>
            <a:r>
              <a:rPr lang="en-US" sz="2600">
                <a:latin typeface="Times New Roman" panose="02020603050405020304" pitchFamily="18" charset="0"/>
                <a:cs typeface="Times New Roman" panose="02020603050405020304" pitchFamily="18" charset="0"/>
              </a:rPr>
              <a:t>tốc độ điều khiển phụ thuộc vào tốc độ mạng để xử lý và phản hồi.</a:t>
            </a:r>
          </a:p>
          <a:p>
            <a:pPr marL="342900" indent="-342900">
              <a:buFontTx/>
              <a:buChar char="-"/>
            </a:pPr>
            <a:r>
              <a:rPr lang="en-US" sz="2600">
                <a:latin typeface="Times New Roman" panose="02020603050405020304" pitchFamily="18" charset="0"/>
                <a:cs typeface="Times New Roman" panose="02020603050405020304" pitchFamily="18" charset="0"/>
              </a:rPr>
              <a:t>Hạn chế phần cứng: hệ thống mô phỏng với một phòng học nên khả năng tương tác và phát triển hệ thống chưa được tối ưu.</a:t>
            </a:r>
          </a:p>
          <a:p>
            <a:pPr marL="342900" indent="-342900">
              <a:buFontTx/>
              <a:buChar char="-"/>
            </a:pPr>
            <a:r>
              <a:rPr lang="en-US" sz="2600">
                <a:latin typeface="Times New Roman" panose="02020603050405020304" pitchFamily="18" charset="0"/>
                <a:cs typeface="Times New Roman" panose="02020603050405020304" pitchFamily="18" charset="0"/>
              </a:rPr>
              <a:t>Một số tính năng phần mềm còn hạn chế: phần mềm hệ thống cần được tích hợp thêm một số tính năng như phân tích năng lượng tiêu thụ, tự động hóa ..</a:t>
            </a:r>
          </a:p>
        </p:txBody>
      </p:sp>
      <p:pic>
        <p:nvPicPr>
          <p:cNvPr id="14" name="Picture 2" descr="Hệ thống phân loại da Baumann (Kết luận)">
            <a:extLst>
              <a:ext uri="{FF2B5EF4-FFF2-40B4-BE49-F238E27FC236}">
                <a16:creationId xmlns:a16="http://schemas.microsoft.com/office/drawing/2014/main" id="{F4A57BDF-2900-6BD9-2825-5316FD81168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729029" y="1602769"/>
            <a:ext cx="4297252" cy="235326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Cổ phiếu tăng - giảm mạnh nhất trong tuần | Vietstock">
            <a:extLst>
              <a:ext uri="{FF2B5EF4-FFF2-40B4-BE49-F238E27FC236}">
                <a16:creationId xmlns:a16="http://schemas.microsoft.com/office/drawing/2014/main" id="{B0024881-F990-0D0C-1502-50563B21BCD2}"/>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50526" t="9638"/>
          <a:stretch/>
        </p:blipFill>
        <p:spPr bwMode="auto">
          <a:xfrm>
            <a:off x="722402" y="2598883"/>
            <a:ext cx="885961" cy="10603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69176654"/>
      </p:ext>
    </p:extLst>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additive="base">
                                        <p:cTn id="7" dur="500" fill="hold"/>
                                        <p:tgtEl>
                                          <p:spTgt spid="14"/>
                                        </p:tgtEl>
                                        <p:attrNameLst>
                                          <p:attrName>ppt_x</p:attrName>
                                        </p:attrNameLst>
                                      </p:cBhvr>
                                      <p:tavLst>
                                        <p:tav tm="0">
                                          <p:val>
                                            <p:strVal val="#ppt_x"/>
                                          </p:val>
                                        </p:tav>
                                        <p:tav tm="100000">
                                          <p:val>
                                            <p:strVal val="#ppt_x"/>
                                          </p:val>
                                        </p:tav>
                                      </p:tavLst>
                                    </p:anim>
                                    <p:anim calcmode="lin" valueType="num">
                                      <p:cBhvr additive="base">
                                        <p:cTn id="8" dur="500" fill="hold"/>
                                        <p:tgtEl>
                                          <p:spTgt spid="14"/>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210E-7D81-1C7D-82BD-7B05A4CB08A9}"/>
              </a:ext>
            </a:extLst>
          </p:cNvPr>
          <p:cNvSpPr>
            <a:spLocks noGrp="1"/>
          </p:cNvSpPr>
          <p:nvPr>
            <p:ph type="title"/>
          </p:nvPr>
        </p:nvSpPr>
        <p:spPr/>
        <p:txBody>
          <a:bodyPr/>
          <a:lstStyle/>
          <a:p>
            <a:r>
              <a:rPr lang="en-US"/>
              <a:t>4. KẾT LUẬN VÀ HƯỚNG PHÁT TRIỂN</a:t>
            </a:r>
          </a:p>
        </p:txBody>
      </p:sp>
      <p:graphicFrame>
        <p:nvGraphicFramePr>
          <p:cNvPr id="5" name="Content Placeholder 4">
            <a:extLst>
              <a:ext uri="{FF2B5EF4-FFF2-40B4-BE49-F238E27FC236}">
                <a16:creationId xmlns:a16="http://schemas.microsoft.com/office/drawing/2014/main" id="{76799B19-1895-20E6-57AB-D78D085D6252}"/>
              </a:ext>
            </a:extLst>
          </p:cNvPr>
          <p:cNvGraphicFramePr>
            <a:graphicFrameLocks noGrp="1"/>
          </p:cNvGraphicFramePr>
          <p:nvPr>
            <p:ph idx="1"/>
            <p:extLst>
              <p:ext uri="{D42A27DB-BD31-4B8C-83A1-F6EECF244321}">
                <p14:modId xmlns:p14="http://schemas.microsoft.com/office/powerpoint/2010/main" val="1166453733"/>
              </p:ext>
            </p:extLst>
          </p:nvPr>
        </p:nvGraphicFramePr>
        <p:xfrm>
          <a:off x="-299389" y="2867025"/>
          <a:ext cx="12215164" cy="49149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4" name="TextBox 13">
            <a:extLst>
              <a:ext uri="{FF2B5EF4-FFF2-40B4-BE49-F238E27FC236}">
                <a16:creationId xmlns:a16="http://schemas.microsoft.com/office/drawing/2014/main" id="{8826C190-9616-EF88-4B8B-2A4E32BEC11F}"/>
              </a:ext>
            </a:extLst>
          </p:cNvPr>
          <p:cNvSpPr txBox="1"/>
          <p:nvPr/>
        </p:nvSpPr>
        <p:spPr>
          <a:xfrm>
            <a:off x="381000" y="2190750"/>
            <a:ext cx="3060453" cy="523220"/>
          </a:xfrm>
          <a:prstGeom prst="rect">
            <a:avLst/>
          </a:prstGeom>
          <a:noFill/>
        </p:spPr>
        <p:txBody>
          <a:bodyPr wrap="none" rtlCol="0">
            <a:spAutoFit/>
          </a:bodyPr>
          <a:lstStyle/>
          <a:p>
            <a:pPr marL="342900" indent="-342900">
              <a:buFont typeface="Wingdings" panose="05000000000000000000" pitchFamily="2" charset="2"/>
              <a:buChar char="Ø"/>
            </a:pPr>
            <a:r>
              <a:rPr lang="en-US" sz="2800">
                <a:latin typeface="Times New Roman" panose="02020603050405020304" pitchFamily="18" charset="0"/>
                <a:cs typeface="Times New Roman" panose="02020603050405020304" pitchFamily="18" charset="0"/>
              </a:rPr>
              <a:t>Kết quả đạt được</a:t>
            </a:r>
          </a:p>
        </p:txBody>
      </p:sp>
    </p:spTree>
    <p:extLst>
      <p:ext uri="{BB962C8B-B14F-4D97-AF65-F5344CB8AC3E}">
        <p14:creationId xmlns:p14="http://schemas.microsoft.com/office/powerpoint/2010/main" val="859662388"/>
      </p:ext>
    </p:extLst>
  </p:cSld>
  <p:clrMapOvr>
    <a:masterClrMapping/>
  </p:clrMapOvr>
  <p:transition spd="slow">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A210E-7D81-1C7D-82BD-7B05A4CB08A9}"/>
              </a:ext>
            </a:extLst>
          </p:cNvPr>
          <p:cNvSpPr>
            <a:spLocks noGrp="1"/>
          </p:cNvSpPr>
          <p:nvPr>
            <p:ph type="title"/>
          </p:nvPr>
        </p:nvSpPr>
        <p:spPr/>
        <p:txBody>
          <a:bodyPr/>
          <a:lstStyle/>
          <a:p>
            <a:r>
              <a:rPr lang="en-US"/>
              <a:t>4. KẾT LUẬN VÀ HƯỚNG PHÁT TRIỂN</a:t>
            </a:r>
          </a:p>
        </p:txBody>
      </p:sp>
      <p:pic>
        <p:nvPicPr>
          <p:cNvPr id="7" name="Graphic 6" descr="Bar graph with upward trend">
            <a:extLst>
              <a:ext uri="{FF2B5EF4-FFF2-40B4-BE49-F238E27FC236}">
                <a16:creationId xmlns:a16="http://schemas.microsoft.com/office/drawing/2014/main" id="{3C7F4546-5E3E-58B8-1D35-E38DE7E9A5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02080" y="1990724"/>
            <a:ext cx="714375" cy="714375"/>
          </a:xfrm>
          <a:prstGeom prst="rect">
            <a:avLst/>
          </a:prstGeom>
        </p:spPr>
      </p:pic>
      <p:sp>
        <p:nvSpPr>
          <p:cNvPr id="8" name="TextBox 7">
            <a:extLst>
              <a:ext uri="{FF2B5EF4-FFF2-40B4-BE49-F238E27FC236}">
                <a16:creationId xmlns:a16="http://schemas.microsoft.com/office/drawing/2014/main" id="{AF8FB062-CFEC-AE27-1001-83E0ECBC2DBB}"/>
              </a:ext>
            </a:extLst>
          </p:cNvPr>
          <p:cNvSpPr txBox="1"/>
          <p:nvPr/>
        </p:nvSpPr>
        <p:spPr>
          <a:xfrm>
            <a:off x="2533650" y="2086301"/>
            <a:ext cx="2874505" cy="523220"/>
          </a:xfrm>
          <a:prstGeom prst="rect">
            <a:avLst/>
          </a:prstGeom>
          <a:noFill/>
        </p:spPr>
        <p:txBody>
          <a:bodyPr wrap="none" rtlCol="0">
            <a:spAutoFit/>
          </a:bodyPr>
          <a:lstStyle/>
          <a:p>
            <a:r>
              <a:rPr lang="en-US" sz="2800" b="1">
                <a:latin typeface="Times New Roman" panose="02020603050405020304" pitchFamily="18" charset="0"/>
                <a:cs typeface="Times New Roman" panose="02020603050405020304" pitchFamily="18" charset="0"/>
              </a:rPr>
              <a:t>Hướng phát triển</a:t>
            </a:r>
          </a:p>
        </p:txBody>
      </p:sp>
      <p:sp>
        <p:nvSpPr>
          <p:cNvPr id="10" name="TextBox 9">
            <a:extLst>
              <a:ext uri="{FF2B5EF4-FFF2-40B4-BE49-F238E27FC236}">
                <a16:creationId xmlns:a16="http://schemas.microsoft.com/office/drawing/2014/main" id="{552EDAD2-8EC8-61D6-9771-DA778E9420ED}"/>
              </a:ext>
            </a:extLst>
          </p:cNvPr>
          <p:cNvSpPr txBox="1"/>
          <p:nvPr/>
        </p:nvSpPr>
        <p:spPr>
          <a:xfrm rot="10800000" flipV="1">
            <a:off x="838199" y="2884625"/>
            <a:ext cx="2874505" cy="1323439"/>
          </a:xfrm>
          <a:prstGeom prst="rect">
            <a:avLst/>
          </a:prstGeom>
          <a:noFill/>
        </p:spPr>
        <p:txBody>
          <a:bodyPr wrap="square" rtlCol="0">
            <a:spAutoFit/>
          </a:bodyPr>
          <a:lstStyle/>
          <a:p>
            <a:pPr marL="342900" indent="-342900">
              <a:buFont typeface="Wingdings" panose="05000000000000000000" pitchFamily="2" charset="2"/>
              <a:buChar char="Ø"/>
            </a:pPr>
            <a:r>
              <a:rPr lang="en-US" sz="2800"/>
              <a:t> Về phần cứng: 	</a:t>
            </a:r>
          </a:p>
          <a:p>
            <a:pPr lvl="1"/>
            <a:r>
              <a:rPr lang="en-US" sz="2400"/>
              <a:t>		</a:t>
            </a:r>
          </a:p>
        </p:txBody>
      </p:sp>
      <p:sp>
        <p:nvSpPr>
          <p:cNvPr id="11" name="TextBox 10">
            <a:extLst>
              <a:ext uri="{FF2B5EF4-FFF2-40B4-BE49-F238E27FC236}">
                <a16:creationId xmlns:a16="http://schemas.microsoft.com/office/drawing/2014/main" id="{AEDF8073-4AFC-EE3F-8F1E-5489E0784E4E}"/>
              </a:ext>
            </a:extLst>
          </p:cNvPr>
          <p:cNvSpPr txBox="1"/>
          <p:nvPr/>
        </p:nvSpPr>
        <p:spPr>
          <a:xfrm>
            <a:off x="1892300" y="3370848"/>
            <a:ext cx="10071101" cy="1446550"/>
          </a:xfrm>
          <a:prstGeom prst="rect">
            <a:avLst/>
          </a:prstGeom>
          <a:noFill/>
        </p:spPr>
        <p:txBody>
          <a:bodyPr wrap="square" rtlCol="0">
            <a:spAutoFit/>
          </a:bodyPr>
          <a:lstStyle/>
          <a:p>
            <a:pPr marL="342900" indent="-342900">
              <a:buFontTx/>
              <a:buChar char="-"/>
            </a:pPr>
            <a:r>
              <a:rPr lang="en-US" sz="2200" b="1">
                <a:effectLst/>
                <a:latin typeface="Times New Roman" panose="02020603050405020304" pitchFamily="18" charset="0"/>
                <a:ea typeface="Calibri" panose="020F0502020204030204" pitchFamily="34" charset="0"/>
              </a:rPr>
              <a:t>Tích hợp với các thiết bị thông minh khác:</a:t>
            </a:r>
            <a:r>
              <a:rPr lang="en-US" sz="2200">
                <a:effectLst/>
                <a:latin typeface="Times New Roman" panose="02020603050405020304" pitchFamily="18" charset="0"/>
                <a:ea typeface="Calibri" panose="020F0502020204030204" pitchFamily="34" charset="0"/>
              </a:rPr>
              <a:t> Mở rộng khả năng kết nối với các thiết bị thông minh khác như bảng tương tác, camera giám sát, hệ thống âm thanh,...</a:t>
            </a:r>
          </a:p>
          <a:p>
            <a:pPr marL="342900" indent="-342900">
              <a:buFontTx/>
              <a:buChar char="-"/>
            </a:pPr>
            <a:r>
              <a:rPr lang="en-US" sz="2200" b="1">
                <a:effectLst/>
                <a:latin typeface="Times New Roman" panose="02020603050405020304" pitchFamily="18" charset="0"/>
                <a:ea typeface="Calibri" panose="020F0502020204030204" pitchFamily="34" charset="0"/>
              </a:rPr>
              <a:t>Ứng dụng trí tuệ nhân tạo (AI) và học máy:</a:t>
            </a:r>
            <a:r>
              <a:rPr lang="en-US" sz="2200">
                <a:effectLst/>
                <a:latin typeface="Times New Roman" panose="02020603050405020304" pitchFamily="18" charset="0"/>
                <a:ea typeface="Calibri" panose="020F0502020204030204" pitchFamily="34" charset="0"/>
              </a:rPr>
              <a:t> Áp dụng công nghệ nhận diện khuôn mặt để tự động điểm danh, tăng cường an ninh và kiểm soát ra vào phòng học</a:t>
            </a:r>
            <a:endParaRPr lang="en-US" sz="2200"/>
          </a:p>
        </p:txBody>
      </p:sp>
      <p:sp>
        <p:nvSpPr>
          <p:cNvPr id="15" name="TextBox 14">
            <a:extLst>
              <a:ext uri="{FF2B5EF4-FFF2-40B4-BE49-F238E27FC236}">
                <a16:creationId xmlns:a16="http://schemas.microsoft.com/office/drawing/2014/main" id="{A795BAE4-305D-E41C-1A0E-C1ED80B952EE}"/>
              </a:ext>
            </a:extLst>
          </p:cNvPr>
          <p:cNvSpPr txBox="1"/>
          <p:nvPr/>
        </p:nvSpPr>
        <p:spPr>
          <a:xfrm rot="10800000" flipV="1">
            <a:off x="838200" y="4840061"/>
            <a:ext cx="3098800" cy="1323439"/>
          </a:xfrm>
          <a:prstGeom prst="rect">
            <a:avLst/>
          </a:prstGeom>
          <a:noFill/>
        </p:spPr>
        <p:txBody>
          <a:bodyPr wrap="square" rtlCol="0">
            <a:spAutoFit/>
          </a:bodyPr>
          <a:lstStyle/>
          <a:p>
            <a:pPr marL="342900" indent="-342900">
              <a:buFont typeface="Wingdings" panose="05000000000000000000" pitchFamily="2" charset="2"/>
              <a:buChar char="Ø"/>
            </a:pPr>
            <a:r>
              <a:rPr lang="en-US" sz="2800"/>
              <a:t> Về phần mềm: 	</a:t>
            </a:r>
          </a:p>
          <a:p>
            <a:pPr lvl="1"/>
            <a:r>
              <a:rPr lang="en-US" sz="2400"/>
              <a:t>		</a:t>
            </a:r>
          </a:p>
        </p:txBody>
      </p:sp>
      <p:sp>
        <p:nvSpPr>
          <p:cNvPr id="16" name="TextBox 15">
            <a:extLst>
              <a:ext uri="{FF2B5EF4-FFF2-40B4-BE49-F238E27FC236}">
                <a16:creationId xmlns:a16="http://schemas.microsoft.com/office/drawing/2014/main" id="{3DC82FBC-45AF-15FC-3016-C0FFCBF8F17B}"/>
              </a:ext>
            </a:extLst>
          </p:cNvPr>
          <p:cNvSpPr txBox="1"/>
          <p:nvPr/>
        </p:nvSpPr>
        <p:spPr>
          <a:xfrm>
            <a:off x="1702080" y="5501780"/>
            <a:ext cx="10071101" cy="1446550"/>
          </a:xfrm>
          <a:prstGeom prst="rect">
            <a:avLst/>
          </a:prstGeom>
          <a:noFill/>
        </p:spPr>
        <p:txBody>
          <a:bodyPr wrap="square" rtlCol="0">
            <a:spAutoFit/>
          </a:bodyPr>
          <a:lstStyle/>
          <a:p>
            <a:pPr marL="342900" indent="-342900">
              <a:buFontTx/>
              <a:buChar char="-"/>
            </a:pPr>
            <a:r>
              <a:rPr lang="en-US" sz="2200" b="1">
                <a:effectLst/>
                <a:latin typeface="Times New Roman" panose="02020603050405020304" pitchFamily="18" charset="0"/>
                <a:ea typeface="Calibri" panose="020F0502020204030204" pitchFamily="34" charset="0"/>
                <a:cs typeface="Times New Roman" panose="02020603050405020304" pitchFamily="18" charset="0"/>
              </a:rPr>
              <a:t>Phát triển hệ thống Web quản lý:</a:t>
            </a:r>
            <a:r>
              <a:rPr lang="en-US" sz="2200">
                <a:effectLst/>
                <a:latin typeface="Times New Roman" panose="02020603050405020304" pitchFamily="18" charset="0"/>
                <a:ea typeface="Calibri" panose="020F0502020204030204" pitchFamily="34" charset="0"/>
                <a:cs typeface="Times New Roman" panose="02020603050405020304" pitchFamily="18" charset="0"/>
              </a:rPr>
              <a:t> Phát triển tính năng báo cáo sử dụng lượng điện năng tiêu thụ, tích hợp hệ thống điểm danh sinh viên qua Web hệ thống</a:t>
            </a:r>
          </a:p>
          <a:p>
            <a:pPr marL="342900" indent="-342900">
              <a:buFontTx/>
              <a:buChar char="-"/>
            </a:pPr>
            <a:r>
              <a:rPr lang="en-US" sz="2200" b="1">
                <a:effectLst/>
                <a:latin typeface="Times New Roman" panose="02020603050405020304" pitchFamily="18" charset="0"/>
                <a:ea typeface="Calibri" panose="020F0502020204030204" pitchFamily="34" charset="0"/>
                <a:cs typeface="Times New Roman" panose="02020603050405020304" pitchFamily="18" charset="0"/>
              </a:rPr>
              <a:t>Nâng cao bảo mật:</a:t>
            </a:r>
            <a:r>
              <a:rPr lang="en-US" sz="2200">
                <a:effectLst/>
                <a:latin typeface="Times New Roman" panose="02020603050405020304" pitchFamily="18" charset="0"/>
                <a:ea typeface="Calibri" panose="020F0502020204030204" pitchFamily="34" charset="0"/>
                <a:cs typeface="Times New Roman" panose="02020603050405020304" pitchFamily="18" charset="0"/>
              </a:rPr>
              <a:t> </a:t>
            </a:r>
            <a:r>
              <a:rPr lang="en-US" sz="2200" b="1">
                <a:effectLst/>
                <a:latin typeface="Times New Roman" panose="02020603050405020304" pitchFamily="18" charset="0"/>
                <a:ea typeface="Calibri" panose="020F0502020204030204" pitchFamily="34" charset="0"/>
                <a:cs typeface="Times New Roman" panose="02020603050405020304" pitchFamily="18" charset="0"/>
              </a:rPr>
              <a:t>:</a:t>
            </a:r>
            <a:r>
              <a:rPr lang="en-US" sz="2200">
                <a:effectLst/>
                <a:latin typeface="Times New Roman" panose="02020603050405020304" pitchFamily="18" charset="0"/>
                <a:ea typeface="Calibri" panose="020F0502020204030204" pitchFamily="34" charset="0"/>
                <a:cs typeface="Times New Roman" panose="02020603050405020304" pitchFamily="18" charset="0"/>
              </a:rPr>
              <a:t> Nâng cao tính xác thực, và phân quyền đối với mỗi đối tượng sử dụng app hệ thống</a:t>
            </a:r>
            <a:endParaRPr lang="en-US" sz="2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0090949"/>
      </p:ext>
    </p:extLst>
  </p:cSld>
  <p:clrMapOvr>
    <a:masterClrMapping/>
  </p:clrMapOvr>
  <p:transition spd="slow">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anks for Listening | Listen via Stitcher for Podcasts"/>
          <p:cNvPicPr>
            <a:picLocks noChangeAspect="1" noChangeArrowheads="1"/>
          </p:cNvPicPr>
          <p:nvPr/>
        </p:nvPicPr>
        <p:blipFill rotWithShape="1">
          <a:blip r:embed="rId3">
            <a:extLst>
              <a:ext uri="{BEBA8EAE-BF5A-486C-A8C5-ECC9F3942E4B}">
                <a14:imgProps xmlns:a14="http://schemas.microsoft.com/office/drawing/2010/main">
                  <a14:imgLayer r:embed="rId4">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t="34382" b="22498"/>
          <a:stretch/>
        </p:blipFill>
        <p:spPr bwMode="auto">
          <a:xfrm>
            <a:off x="1433984" y="2617794"/>
            <a:ext cx="10122380" cy="49882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7535363"/>
      </p:ext>
    </p:extLst>
  </p:cSld>
  <p:clrMapOvr>
    <a:masterClrMapping/>
  </p:clrMapOvr>
  <p:transition spd="slow">
    <p:fad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u_Slide_BVLuanVan">
  <a:themeElements>
    <a:clrScheme name="Concourse">
      <a:dk1>
        <a:sysClr val="windowText" lastClr="000000"/>
      </a:dk1>
      <a:lt1>
        <a:sysClr val="window" lastClr="FFFFFF"/>
      </a:lt1>
      <a:dk2>
        <a:srgbClr val="464646"/>
      </a:dk2>
      <a:lt2>
        <a:srgbClr val="DEF5FA"/>
      </a:lt2>
      <a:accent1>
        <a:srgbClr val="2DA2BF"/>
      </a:accent1>
      <a:accent2>
        <a:srgbClr val="DA1F28"/>
      </a:accent2>
      <a:accent3>
        <a:srgbClr val="EB641B"/>
      </a:accent3>
      <a:accent4>
        <a:srgbClr val="39639D"/>
      </a:accent4>
      <a:accent5>
        <a:srgbClr val="474B78"/>
      </a:accent5>
      <a:accent6>
        <a:srgbClr val="7D3C4A"/>
      </a:accent6>
      <a:hlink>
        <a:srgbClr val="FF8119"/>
      </a:hlink>
      <a:folHlink>
        <a:srgbClr val="44B9E8"/>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shade val="45000"/>
                <a:satMod val="150000"/>
              </a:schemeClr>
            </a:gs>
            <a:gs pos="35000">
              <a:schemeClr val="phClr">
                <a:shade val="60000"/>
                <a:satMod val="150000"/>
              </a:schemeClr>
            </a:gs>
            <a:gs pos="100000">
              <a:schemeClr val="phClr">
                <a:tint val="97000"/>
                <a:satMod val="200000"/>
              </a:schemeClr>
            </a:gs>
          </a:gsLst>
          <a:lin ang="16200000" scaled="1"/>
        </a:gra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11145</TotalTime>
  <Words>1390</Words>
  <Application>Microsoft Office PowerPoint</Application>
  <PresentationFormat>Custom</PresentationFormat>
  <Paragraphs>149</Paragraphs>
  <Slides>24</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24</vt:i4>
      </vt:variant>
    </vt:vector>
  </HeadingPairs>
  <TitlesOfParts>
    <vt:vector size="36" baseType="lpstr">
      <vt:lpstr>-apple-system</vt:lpstr>
      <vt:lpstr>Arial</vt:lpstr>
      <vt:lpstr>Calibri</vt:lpstr>
      <vt:lpstr>Courier New</vt:lpstr>
      <vt:lpstr>Segoe UI</vt:lpstr>
      <vt:lpstr>Segoe UI Semilight</vt:lpstr>
      <vt:lpstr>Tahoma</vt:lpstr>
      <vt:lpstr>Times New Roman</vt:lpstr>
      <vt:lpstr>Tw Cen MT</vt:lpstr>
      <vt:lpstr>Tw Cen MT (Body)</vt:lpstr>
      <vt:lpstr>Wingdings</vt:lpstr>
      <vt:lpstr>Mau_Slide_BVLuanVan</vt:lpstr>
      <vt:lpstr>PowerPoint Presentation</vt:lpstr>
      <vt:lpstr>NỘI DUNG</vt:lpstr>
      <vt:lpstr>1. TỔNG QUAN ĐỀ TÀI</vt:lpstr>
      <vt:lpstr>1. TỔNG QUAN ĐỀ TÀI</vt:lpstr>
      <vt:lpstr>1. TỔNG QUAN ĐỀ TÀI</vt:lpstr>
      <vt:lpstr>1. TỔNG QUAN ĐỀ TÀI</vt:lpstr>
      <vt:lpstr>2. THIẾT KẾ HỆ THỐNG</vt:lpstr>
      <vt:lpstr>2. THIẾT KẾ PHẦN CỨNG</vt:lpstr>
      <vt:lpstr>2. THIẾT KẾ PHẦN CỨNG</vt:lpstr>
      <vt:lpstr>2. THIẾT KẾ PHẦN CỨNG</vt:lpstr>
      <vt:lpstr>2. THIẾT KẾ PHẦN CỨNG</vt:lpstr>
      <vt:lpstr>PowerPoint Presentation</vt:lpstr>
      <vt:lpstr>2. THIẾT KẾ PHẦN CỨNG</vt:lpstr>
      <vt:lpstr>2. THIẾT KẾ PHẦN MỀM</vt:lpstr>
      <vt:lpstr>2. THIẾT KẾ PHẦN MỀM</vt:lpstr>
      <vt:lpstr>2. THIẾT KẾ PHẦN MỀM</vt:lpstr>
      <vt:lpstr>2. THIẾT KẾ WEB QUẢN LÝ</vt:lpstr>
      <vt:lpstr>THỰC NGHIỆM</vt:lpstr>
      <vt:lpstr>KẾT QUẢ ĐÁNH GIÁ HỆ THỐNG</vt:lpstr>
      <vt:lpstr>3. KẾT QUẢ ĐÁNH GIÁ HỆ THỐNG </vt:lpstr>
      <vt:lpstr>3. KẾT QUẢ ĐÁNH GIÁ HỆ THỐNG </vt:lpstr>
      <vt:lpstr>4. KẾT LUẬN VÀ HƯỚNG PHÁT TRIỂN</vt:lpstr>
      <vt:lpstr>4. KẾT LUẬN VÀ HƯỚNG PHÁT TRIỂN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Tuấn Phan</dc:creator>
  <cp:lastModifiedBy>Trí Huy Vũ</cp:lastModifiedBy>
  <cp:revision>240</cp:revision>
  <dcterms:created xsi:type="dcterms:W3CDTF">2020-05-19T13:29:31Z</dcterms:created>
  <dcterms:modified xsi:type="dcterms:W3CDTF">2024-05-26T23:59:44Z</dcterms:modified>
</cp:coreProperties>
</file>